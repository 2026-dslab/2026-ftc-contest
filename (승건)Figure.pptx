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6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5683D0"/>
    <a:srgbClr val="F6F5F7"/>
    <a:srgbClr val="A3CD89"/>
    <a:srgbClr val="73AB52"/>
    <a:srgbClr val="71A850"/>
    <a:srgbClr val="75AC53"/>
    <a:srgbClr val="D92FF5"/>
    <a:srgbClr val="FF4141"/>
    <a:srgbClr val="00B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18" autoAdjust="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7E46F-B36E-448D-82D2-486DFE961E56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E9D14-385B-41A2-965B-658AACE65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0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E9D14-385B-41A2-965B-658AACE6583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271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C1BD8-D3B0-4FA8-996A-A69A4AF7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DDE1A5-3920-49F7-AC27-44DC6807E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49E0C1-EFFC-4EF6-B13C-607E6CC7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CAEA4-32B3-4B52-9FD1-17C49126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B3605F-BF0B-4DA6-B413-16BC8108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50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9C818-B8B6-4329-A5A3-98991D0A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3B36D-4F86-4DF3-9451-CFDF2F8F2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FD594-2330-43E3-9240-B5E89D54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CE391-BB84-4DB6-8253-A462CCAB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FBE29-6FE7-4990-BCFE-C45A68ED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9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A203E-B311-4F5D-B7CA-3704D0F4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71001-1C4D-4536-9EF1-63FB42AF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75BE52-6B39-44F5-944C-383FE74C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008FA-EBE0-40E2-B2B3-5084E098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EB1B4-9E88-492D-B0D9-3F4D39FA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6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6369E-2A9E-4137-8D9D-55128B10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A234D-F8EB-4E6F-BA19-E3EAB9A2A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692ED-800B-4171-A803-D894A2258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E580D-007D-4E2F-A72F-3797F46E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3E7018-856C-48B6-8FCD-3BE0AE4F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E32B3B-2A61-434F-8268-D28743E3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01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93D98-3693-402B-B2B9-549A3476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F415E-2EBA-4BE2-BDD4-031FECC78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38A6C4-3B19-4DDD-A896-99A9F956D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E54ACD-FD57-4FB3-AE0C-F52A4DEDA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830E84-7E35-4681-8C61-AC4EEEF0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C0ABDC-F3F3-4017-811A-F18D5650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B1A38-15E4-452B-A15C-82CB1DFC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C07C97-88A9-4D98-848F-662DB353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44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12149-45D7-42C8-A653-20EFB1BB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05F860-88C6-457F-85AD-21701920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0AEDBE-90FB-4C30-906F-4658EBE1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538AEA-4B33-4E67-8B71-8084530B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72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32F29D-00D2-4431-80FC-234CDD7B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D49235-B6FF-49F1-9C0D-5AEED9AE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D80AD-D159-4523-9088-04A84767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4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C416-056F-4909-B7B8-0D0084526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4B75A-A3DD-4E24-A83D-36D70564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C143FB-C3C1-4CE2-8311-F0BAFA3A8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702CC-82A5-49A5-AAB5-2E37C79B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2BC999-B2E7-4395-BBAB-BE26BC17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96779D-919F-49A0-BC3A-D4EA551A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80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8157A-46F0-46DA-B984-08F4C9D5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04EF59-AAD5-4AAB-A9CF-C6D836B86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44DD30-E4A3-4FC7-B03A-C5BFAD746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4A2684-078F-4DB8-9801-8A00D069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EB7945-BC62-4ECE-8446-C891EA91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BC1D1F-A9BC-4260-A2E0-E0C50B59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031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D348BA-241C-4DE7-99D6-5706BB7B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E95844-E198-4CC4-AE9D-8556B1CE7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24EE95-3B1C-4A38-AF84-8EE5CA56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71D2D-0D9E-4E55-B076-6FFF79EC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B13991-5154-4568-869D-B1B0E284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033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A6E1DA-E622-4D58-8CE1-2AA51A60B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2441C7-29D9-43F0-A0CD-8932A0A7E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64A368-39BD-407C-B8FA-E7DCC805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46EC99-141C-4F55-A780-6DE04BBC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95C99-AA86-4B84-ABCB-6770FD34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2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525EE2-88E5-4037-A515-750E07D9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5D4255-1582-4FA5-B9B9-B59DE8549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A7E36-3D81-49AA-B9B9-3ECDC178B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A4FB0-D075-4395-AD35-ADEB93002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6792CE-7935-4C32-84C8-9BE41F615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3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순서도: 자기 디스크 27">
            <a:extLst>
              <a:ext uri="{FF2B5EF4-FFF2-40B4-BE49-F238E27FC236}">
                <a16:creationId xmlns:a16="http://schemas.microsoft.com/office/drawing/2014/main" id="{8A85A14A-5E61-4836-83CE-5E622C7CE2C9}"/>
              </a:ext>
            </a:extLst>
          </p:cNvPr>
          <p:cNvSpPr/>
          <p:nvPr/>
        </p:nvSpPr>
        <p:spPr>
          <a:xfrm>
            <a:off x="376428" y="2629408"/>
            <a:ext cx="1592072" cy="621792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공정위</a:t>
            </a:r>
            <a:r>
              <a:rPr lang="ko-KR" altLang="en-US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보도자료</a:t>
            </a:r>
          </a:p>
        </p:txBody>
      </p:sp>
      <p:sp>
        <p:nvSpPr>
          <p:cNvPr id="34" name="순서도: 자기 디스크 33">
            <a:extLst>
              <a:ext uri="{FF2B5EF4-FFF2-40B4-BE49-F238E27FC236}">
                <a16:creationId xmlns:a16="http://schemas.microsoft.com/office/drawing/2014/main" id="{63437061-7F72-4675-9304-A3C13C351DAF}"/>
              </a:ext>
            </a:extLst>
          </p:cNvPr>
          <p:cNvSpPr/>
          <p:nvPr/>
        </p:nvSpPr>
        <p:spPr>
          <a:xfrm>
            <a:off x="376428" y="4242308"/>
            <a:ext cx="1592072" cy="621792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공정위</a:t>
            </a:r>
            <a:r>
              <a:rPr lang="ko-KR" altLang="en-US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해명자료</a:t>
            </a:r>
          </a:p>
        </p:txBody>
      </p:sp>
      <p:sp>
        <p:nvSpPr>
          <p:cNvPr id="35" name="순서도: 자기 디스크 34">
            <a:extLst>
              <a:ext uri="{FF2B5EF4-FFF2-40B4-BE49-F238E27FC236}">
                <a16:creationId xmlns:a16="http://schemas.microsoft.com/office/drawing/2014/main" id="{813E21B4-85A4-49B5-B7DD-8D28FCF7E75F}"/>
              </a:ext>
            </a:extLst>
          </p:cNvPr>
          <p:cNvSpPr/>
          <p:nvPr/>
        </p:nvSpPr>
        <p:spPr>
          <a:xfrm>
            <a:off x="376428" y="3435858"/>
            <a:ext cx="1592072" cy="621792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공정위</a:t>
            </a:r>
            <a:r>
              <a:rPr lang="ko-KR" altLang="en-US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설명자료</a:t>
            </a:r>
          </a:p>
        </p:txBody>
      </p:sp>
      <p:sp>
        <p:nvSpPr>
          <p:cNvPr id="39" name="순서도: 자기 디스크 38">
            <a:extLst>
              <a:ext uri="{FF2B5EF4-FFF2-40B4-BE49-F238E27FC236}">
                <a16:creationId xmlns:a16="http://schemas.microsoft.com/office/drawing/2014/main" id="{9C2B9781-F778-4EE5-A5E9-8A38B4E276B5}"/>
              </a:ext>
            </a:extLst>
          </p:cNvPr>
          <p:cNvSpPr/>
          <p:nvPr/>
        </p:nvSpPr>
        <p:spPr>
          <a:xfrm>
            <a:off x="376428" y="1822958"/>
            <a:ext cx="1592072" cy="621792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의결서</a:t>
            </a:r>
            <a:endParaRPr lang="ko-KR" altLang="en-US" sz="12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F7EF272-CCD1-457E-852A-0F743C426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101" y="2629408"/>
            <a:ext cx="526797" cy="526797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AC54DD91-3D24-44A9-A5D7-17263E527675}"/>
              </a:ext>
            </a:extLst>
          </p:cNvPr>
          <p:cNvSpPr/>
          <p:nvPr/>
        </p:nvSpPr>
        <p:spPr>
          <a:xfrm>
            <a:off x="2616200" y="2711703"/>
            <a:ext cx="876300" cy="14483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2C0B16F-8C79-4014-910C-30FB157E27E9}"/>
              </a:ext>
            </a:extLst>
          </p:cNvPr>
          <p:cNvSpPr/>
          <p:nvPr/>
        </p:nvSpPr>
        <p:spPr>
          <a:xfrm>
            <a:off x="98298" y="1395984"/>
            <a:ext cx="2136902" cy="383641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66AD765-CE18-4E0B-ABE6-3A5CB46142B4}"/>
              </a:ext>
            </a:extLst>
          </p:cNvPr>
          <p:cNvSpPr/>
          <p:nvPr/>
        </p:nvSpPr>
        <p:spPr>
          <a:xfrm>
            <a:off x="3755898" y="3124961"/>
            <a:ext cx="161620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기업 컴플라이언스 </a:t>
            </a:r>
            <a:endParaRPr lang="en-US" altLang="ko-KR" sz="12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페르소나 생성</a:t>
            </a:r>
          </a:p>
        </p:txBody>
      </p:sp>
      <p:sp>
        <p:nvSpPr>
          <p:cNvPr id="47" name="순서도: 문서 46">
            <a:extLst>
              <a:ext uri="{FF2B5EF4-FFF2-40B4-BE49-F238E27FC236}">
                <a16:creationId xmlns:a16="http://schemas.microsoft.com/office/drawing/2014/main" id="{C5BB4C5F-4165-4166-B314-86796A3FDE03}"/>
              </a:ext>
            </a:extLst>
          </p:cNvPr>
          <p:cNvSpPr/>
          <p:nvPr/>
        </p:nvSpPr>
        <p:spPr>
          <a:xfrm>
            <a:off x="6856730" y="3072892"/>
            <a:ext cx="161620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8" name="순서도: 문서 47">
            <a:extLst>
              <a:ext uri="{FF2B5EF4-FFF2-40B4-BE49-F238E27FC236}">
                <a16:creationId xmlns:a16="http://schemas.microsoft.com/office/drawing/2014/main" id="{843821B7-695B-4662-BE75-67B202FFB6F5}"/>
              </a:ext>
            </a:extLst>
          </p:cNvPr>
          <p:cNvSpPr/>
          <p:nvPr/>
        </p:nvSpPr>
        <p:spPr>
          <a:xfrm>
            <a:off x="6784340" y="3127756"/>
            <a:ext cx="161620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9" name="순서도: 문서 48">
            <a:extLst>
              <a:ext uri="{FF2B5EF4-FFF2-40B4-BE49-F238E27FC236}">
                <a16:creationId xmlns:a16="http://schemas.microsoft.com/office/drawing/2014/main" id="{3A6933EE-AA4C-4BE5-8F23-EBD330154B71}"/>
              </a:ext>
            </a:extLst>
          </p:cNvPr>
          <p:cNvSpPr/>
          <p:nvPr/>
        </p:nvSpPr>
        <p:spPr>
          <a:xfrm>
            <a:off x="6711950" y="3189478"/>
            <a:ext cx="161620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기업 컴플라이언스 </a:t>
            </a:r>
            <a:endParaRPr lang="en-US" altLang="ko-KR" sz="12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페르소나</a:t>
            </a:r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E0FE85A2-E2BE-4018-8D30-A0B3E99D72F4}"/>
              </a:ext>
            </a:extLst>
          </p:cNvPr>
          <p:cNvSpPr/>
          <p:nvPr/>
        </p:nvSpPr>
        <p:spPr>
          <a:xfrm>
            <a:off x="5626100" y="2711703"/>
            <a:ext cx="876300" cy="14483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FBD35009-A8F0-4678-826E-513AF76F1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1663" y="2629408"/>
            <a:ext cx="526797" cy="526797"/>
          </a:xfrm>
          <a:prstGeom prst="rect">
            <a:avLst/>
          </a:prstGeom>
        </p:spPr>
      </p:pic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6A8F1894-81D7-4133-BF0A-884EB14550BF}"/>
              </a:ext>
            </a:extLst>
          </p:cNvPr>
          <p:cNvSpPr/>
          <p:nvPr/>
        </p:nvSpPr>
        <p:spPr>
          <a:xfrm>
            <a:off x="8747762" y="2711703"/>
            <a:ext cx="876300" cy="14483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4E32370-6BFF-4AB6-AF3B-55253BF02280}"/>
              </a:ext>
            </a:extLst>
          </p:cNvPr>
          <p:cNvSpPr/>
          <p:nvPr/>
        </p:nvSpPr>
        <p:spPr>
          <a:xfrm>
            <a:off x="9887460" y="3124961"/>
            <a:ext cx="161620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Q/A, </a:t>
            </a:r>
            <a:r>
              <a:rPr lang="ko-KR" altLang="en-US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요약 데이터</a:t>
            </a:r>
            <a:endParaRPr lang="en-US" altLang="ko-KR" sz="12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생성</a:t>
            </a:r>
          </a:p>
        </p:txBody>
      </p:sp>
      <p:sp>
        <p:nvSpPr>
          <p:cNvPr id="54" name="순서도: 문서 53">
            <a:extLst>
              <a:ext uri="{FF2B5EF4-FFF2-40B4-BE49-F238E27FC236}">
                <a16:creationId xmlns:a16="http://schemas.microsoft.com/office/drawing/2014/main" id="{14B66B4A-1D24-4BC1-85C9-C70AFFF6EFAF}"/>
              </a:ext>
            </a:extLst>
          </p:cNvPr>
          <p:cNvSpPr/>
          <p:nvPr/>
        </p:nvSpPr>
        <p:spPr>
          <a:xfrm>
            <a:off x="12988292" y="3072892"/>
            <a:ext cx="161620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5" name="순서도: 문서 54">
            <a:extLst>
              <a:ext uri="{FF2B5EF4-FFF2-40B4-BE49-F238E27FC236}">
                <a16:creationId xmlns:a16="http://schemas.microsoft.com/office/drawing/2014/main" id="{6D2B7425-AB2A-4606-A0B0-854B57DBE4C0}"/>
              </a:ext>
            </a:extLst>
          </p:cNvPr>
          <p:cNvSpPr/>
          <p:nvPr/>
        </p:nvSpPr>
        <p:spPr>
          <a:xfrm>
            <a:off x="12915902" y="3127756"/>
            <a:ext cx="161620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순서도: 문서 55">
            <a:extLst>
              <a:ext uri="{FF2B5EF4-FFF2-40B4-BE49-F238E27FC236}">
                <a16:creationId xmlns:a16="http://schemas.microsoft.com/office/drawing/2014/main" id="{F3680D89-6BF5-4D03-9616-AEF295681A19}"/>
              </a:ext>
            </a:extLst>
          </p:cNvPr>
          <p:cNvSpPr/>
          <p:nvPr/>
        </p:nvSpPr>
        <p:spPr>
          <a:xfrm>
            <a:off x="12843512" y="3189478"/>
            <a:ext cx="161620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기업 컴플라이언스 </a:t>
            </a:r>
            <a:endParaRPr lang="en-US" altLang="ko-KR" sz="12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</a:t>
            </a: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F19BFAAC-0EF6-4EBC-A72E-E290809A0FE9}"/>
              </a:ext>
            </a:extLst>
          </p:cNvPr>
          <p:cNvSpPr/>
          <p:nvPr/>
        </p:nvSpPr>
        <p:spPr>
          <a:xfrm>
            <a:off x="11757662" y="2711703"/>
            <a:ext cx="876300" cy="14483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F02CD-6298-4268-BAF0-9987F034B897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데이터셋 구축 도식화</a:t>
            </a:r>
          </a:p>
        </p:txBody>
      </p:sp>
    </p:spTree>
    <p:extLst>
      <p:ext uri="{BB962C8B-B14F-4D97-AF65-F5344CB8AC3E}">
        <p14:creationId xmlns:p14="http://schemas.microsoft.com/office/powerpoint/2010/main" val="845847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3188AFEA-8B23-4053-A6F0-42FE48097DBD}"/>
              </a:ext>
            </a:extLst>
          </p:cNvPr>
          <p:cNvCxnSpPr>
            <a:stCxn id="12" idx="3"/>
            <a:endCxn id="38" idx="1"/>
          </p:cNvCxnSpPr>
          <p:nvPr/>
        </p:nvCxnSpPr>
        <p:spPr>
          <a:xfrm>
            <a:off x="4293108" y="3118104"/>
            <a:ext cx="2088642" cy="690373"/>
          </a:xfrm>
          <a:prstGeom prst="bentConnector3">
            <a:avLst>
              <a:gd name="adj1" fmla="val 1016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20CB56E4-3CC9-4D4E-9393-24923FF99ED7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4293108" y="2647188"/>
            <a:ext cx="2109216" cy="470916"/>
          </a:xfrm>
          <a:prstGeom prst="bentConnector3">
            <a:avLst>
              <a:gd name="adj1" fmla="val 1011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순서도: 문서 34">
            <a:extLst>
              <a:ext uri="{FF2B5EF4-FFF2-40B4-BE49-F238E27FC236}">
                <a16:creationId xmlns:a16="http://schemas.microsoft.com/office/drawing/2014/main" id="{868B6731-F1B6-4F05-A140-42210A2536B3}"/>
              </a:ext>
            </a:extLst>
          </p:cNvPr>
          <p:cNvSpPr/>
          <p:nvPr/>
        </p:nvSpPr>
        <p:spPr>
          <a:xfrm>
            <a:off x="6547104" y="2269998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순서도: 문서 33">
            <a:extLst>
              <a:ext uri="{FF2B5EF4-FFF2-40B4-BE49-F238E27FC236}">
                <a16:creationId xmlns:a16="http://schemas.microsoft.com/office/drawing/2014/main" id="{410D9ABB-3962-4C7E-B7E8-F79301938E1C}"/>
              </a:ext>
            </a:extLst>
          </p:cNvPr>
          <p:cNvSpPr/>
          <p:nvPr/>
        </p:nvSpPr>
        <p:spPr>
          <a:xfrm>
            <a:off x="6474714" y="2324862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6D5A29-A3A9-4628-BA23-AA306371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877568"/>
            <a:ext cx="920496" cy="920496"/>
          </a:xfrm>
          <a:prstGeom prst="rect">
            <a:avLst/>
          </a:prstGeom>
        </p:spPr>
      </p:pic>
      <p:sp>
        <p:nvSpPr>
          <p:cNvPr id="7" name="순서도: 문서 6">
            <a:extLst>
              <a:ext uri="{FF2B5EF4-FFF2-40B4-BE49-F238E27FC236}">
                <a16:creationId xmlns:a16="http://schemas.microsoft.com/office/drawing/2014/main" id="{1D5FA811-B9CE-4A68-81BF-559D2F683197}"/>
              </a:ext>
            </a:extLst>
          </p:cNvPr>
          <p:cNvSpPr/>
          <p:nvPr/>
        </p:nvSpPr>
        <p:spPr>
          <a:xfrm>
            <a:off x="190500" y="2857500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4B30D98-C498-4BAB-84D1-31A3E7063DE7}"/>
              </a:ext>
            </a:extLst>
          </p:cNvPr>
          <p:cNvSpPr/>
          <p:nvPr/>
        </p:nvSpPr>
        <p:spPr>
          <a:xfrm>
            <a:off x="1624584" y="2807208"/>
            <a:ext cx="119786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Re-writing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ABA0677-A541-4F4F-B877-952CCB872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84" y="2569464"/>
            <a:ext cx="228600" cy="228600"/>
          </a:xfrm>
          <a:prstGeom prst="rect">
            <a:avLst/>
          </a:prstGeom>
        </p:spPr>
      </p:pic>
      <p:sp>
        <p:nvSpPr>
          <p:cNvPr id="12" name="순서도: 문서 11">
            <a:extLst>
              <a:ext uri="{FF2B5EF4-FFF2-40B4-BE49-F238E27FC236}">
                <a16:creationId xmlns:a16="http://schemas.microsoft.com/office/drawing/2014/main" id="{81BFC99E-71A5-496B-854C-0A6BAED7D61D}"/>
              </a:ext>
            </a:extLst>
          </p:cNvPr>
          <p:cNvSpPr/>
          <p:nvPr/>
        </p:nvSpPr>
        <p:spPr>
          <a:xfrm>
            <a:off x="3095244" y="2857500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Re-written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순서도: 문서 12">
            <a:extLst>
              <a:ext uri="{FF2B5EF4-FFF2-40B4-BE49-F238E27FC236}">
                <a16:creationId xmlns:a16="http://schemas.microsoft.com/office/drawing/2014/main" id="{8768B0D3-D491-4789-8072-CB1312A30922}"/>
              </a:ext>
            </a:extLst>
          </p:cNvPr>
          <p:cNvSpPr/>
          <p:nvPr/>
        </p:nvSpPr>
        <p:spPr>
          <a:xfrm>
            <a:off x="6402324" y="2386584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0E985C6-A79E-4825-AC30-040641D58D0E}"/>
              </a:ext>
            </a:extLst>
          </p:cNvPr>
          <p:cNvSpPr/>
          <p:nvPr/>
        </p:nvSpPr>
        <p:spPr>
          <a:xfrm>
            <a:off x="7852410" y="5454904"/>
            <a:ext cx="119786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Ontology 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4BE52C5-9F47-4455-96C8-6A4B6CB52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722" y="5477764"/>
            <a:ext cx="598932" cy="598932"/>
          </a:xfrm>
          <a:prstGeom prst="rect">
            <a:avLst/>
          </a:prstGeom>
        </p:spPr>
      </p:pic>
      <p:sp>
        <p:nvSpPr>
          <p:cNvPr id="26" name="순서도: 자기 디스크 25">
            <a:extLst>
              <a:ext uri="{FF2B5EF4-FFF2-40B4-BE49-F238E27FC236}">
                <a16:creationId xmlns:a16="http://schemas.microsoft.com/office/drawing/2014/main" id="{E6B8FA6A-5EE4-49AC-9758-1470308B94B9}"/>
              </a:ext>
            </a:extLst>
          </p:cNvPr>
          <p:cNvSpPr/>
          <p:nvPr/>
        </p:nvSpPr>
        <p:spPr>
          <a:xfrm>
            <a:off x="4757928" y="2315718"/>
            <a:ext cx="1197864" cy="621792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 Vector DB</a:t>
            </a:r>
            <a:endParaRPr lang="ko-KR" altLang="en-US" sz="1200" dirty="0"/>
          </a:p>
        </p:txBody>
      </p:sp>
      <p:sp>
        <p:nvSpPr>
          <p:cNvPr id="27" name="순서도: 자기 디스크 26">
            <a:extLst>
              <a:ext uri="{FF2B5EF4-FFF2-40B4-BE49-F238E27FC236}">
                <a16:creationId xmlns:a16="http://schemas.microsoft.com/office/drawing/2014/main" id="{3BF2F7DA-815F-4A9D-BA27-B4A59354A808}"/>
              </a:ext>
            </a:extLst>
          </p:cNvPr>
          <p:cNvSpPr/>
          <p:nvPr/>
        </p:nvSpPr>
        <p:spPr>
          <a:xfrm>
            <a:off x="4757928" y="3429000"/>
            <a:ext cx="1197864" cy="621792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Personal Data Vector DB</a:t>
            </a:r>
            <a:endParaRPr lang="ko-KR" altLang="en-US" sz="1200" dirty="0"/>
          </a:p>
        </p:txBody>
      </p:sp>
      <p:sp>
        <p:nvSpPr>
          <p:cNvPr id="30" name="순서도: 준비 29">
            <a:extLst>
              <a:ext uri="{FF2B5EF4-FFF2-40B4-BE49-F238E27FC236}">
                <a16:creationId xmlns:a16="http://schemas.microsoft.com/office/drawing/2014/main" id="{77384BFE-0937-4B49-91BE-F126CEC7FCF2}"/>
              </a:ext>
            </a:extLst>
          </p:cNvPr>
          <p:cNvSpPr/>
          <p:nvPr/>
        </p:nvSpPr>
        <p:spPr>
          <a:xfrm>
            <a:off x="4585716" y="4542282"/>
            <a:ext cx="1542288" cy="857250"/>
          </a:xfrm>
          <a:prstGeom prst="flowChartPreparation">
            <a:avLst/>
          </a:prstGeom>
          <a:noFill/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Embedding + 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Search Module</a:t>
            </a:r>
            <a:endParaRPr lang="ko-KR" altLang="en-US" sz="1000" dirty="0"/>
          </a:p>
        </p:txBody>
      </p:sp>
      <p:sp>
        <p:nvSpPr>
          <p:cNvPr id="31" name="순서도: 준비 30">
            <a:extLst>
              <a:ext uri="{FF2B5EF4-FFF2-40B4-BE49-F238E27FC236}">
                <a16:creationId xmlns:a16="http://schemas.microsoft.com/office/drawing/2014/main" id="{95C48CF0-9281-4AA1-AE4E-BB91941ED504}"/>
              </a:ext>
            </a:extLst>
          </p:cNvPr>
          <p:cNvSpPr/>
          <p:nvPr/>
        </p:nvSpPr>
        <p:spPr>
          <a:xfrm>
            <a:off x="4585716" y="861060"/>
            <a:ext cx="1542288" cy="857250"/>
          </a:xfrm>
          <a:prstGeom prst="flowChartPreparation">
            <a:avLst/>
          </a:prstGeom>
          <a:noFill/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Embedding + 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Search Module</a:t>
            </a:r>
            <a:endParaRPr lang="ko-KR" altLang="en-US" sz="10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1FA927B-0CAF-45A9-A496-78B6D57D028D}"/>
              </a:ext>
            </a:extLst>
          </p:cNvPr>
          <p:cNvSpPr/>
          <p:nvPr/>
        </p:nvSpPr>
        <p:spPr>
          <a:xfrm>
            <a:off x="8222742" y="2258568"/>
            <a:ext cx="119786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Re-Ranking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9C48519-1825-42E9-8D66-F7BC7619B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742" y="2020824"/>
            <a:ext cx="228600" cy="228600"/>
          </a:xfrm>
          <a:prstGeom prst="rect">
            <a:avLst/>
          </a:prstGeom>
        </p:spPr>
      </p:pic>
      <p:sp>
        <p:nvSpPr>
          <p:cNvPr id="36" name="순서도: 문서 35">
            <a:extLst>
              <a:ext uri="{FF2B5EF4-FFF2-40B4-BE49-F238E27FC236}">
                <a16:creationId xmlns:a16="http://schemas.microsoft.com/office/drawing/2014/main" id="{1B05DD87-D5A8-4FBC-9113-C72A3178F850}"/>
              </a:ext>
            </a:extLst>
          </p:cNvPr>
          <p:cNvSpPr/>
          <p:nvPr/>
        </p:nvSpPr>
        <p:spPr>
          <a:xfrm>
            <a:off x="6526530" y="3431287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7" name="순서도: 문서 36">
            <a:extLst>
              <a:ext uri="{FF2B5EF4-FFF2-40B4-BE49-F238E27FC236}">
                <a16:creationId xmlns:a16="http://schemas.microsoft.com/office/drawing/2014/main" id="{55E7D4C9-A787-4745-8669-7F3358C7C983}"/>
              </a:ext>
            </a:extLst>
          </p:cNvPr>
          <p:cNvSpPr/>
          <p:nvPr/>
        </p:nvSpPr>
        <p:spPr>
          <a:xfrm>
            <a:off x="6454140" y="3486151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8" name="순서도: 문서 37">
            <a:extLst>
              <a:ext uri="{FF2B5EF4-FFF2-40B4-BE49-F238E27FC236}">
                <a16:creationId xmlns:a16="http://schemas.microsoft.com/office/drawing/2014/main" id="{27403154-7670-4F3A-8BC5-910AEAAD7AE2}"/>
              </a:ext>
            </a:extLst>
          </p:cNvPr>
          <p:cNvSpPr/>
          <p:nvPr/>
        </p:nvSpPr>
        <p:spPr>
          <a:xfrm>
            <a:off x="6381750" y="3547873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Persona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B3BA162-6259-4353-8BCE-0DCD697DABF7}"/>
              </a:ext>
            </a:extLst>
          </p:cNvPr>
          <p:cNvSpPr/>
          <p:nvPr/>
        </p:nvSpPr>
        <p:spPr>
          <a:xfrm>
            <a:off x="8222742" y="3193543"/>
            <a:ext cx="119786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Relevance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Filtering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356D8FBB-1CD6-4038-9F38-CC607BA58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742" y="2955799"/>
            <a:ext cx="228600" cy="228600"/>
          </a:xfrm>
          <a:prstGeom prst="rect">
            <a:avLst/>
          </a:prstGeom>
        </p:spPr>
      </p:pic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94DA81A-8866-4623-A306-265EB9ECF491}"/>
              </a:ext>
            </a:extLst>
          </p:cNvPr>
          <p:cNvSpPr/>
          <p:nvPr/>
        </p:nvSpPr>
        <p:spPr>
          <a:xfrm>
            <a:off x="11460480" y="2535174"/>
            <a:ext cx="119786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Answer Generation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With Final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Documents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1F5D7396-C1B2-476D-B4EA-379B8F52B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480" y="2297430"/>
            <a:ext cx="228600" cy="228600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4ACD17F0-D7C0-4E39-9B6A-01E6EF77393D}"/>
              </a:ext>
            </a:extLst>
          </p:cNvPr>
          <p:cNvSpPr/>
          <p:nvPr/>
        </p:nvSpPr>
        <p:spPr>
          <a:xfrm>
            <a:off x="8061198" y="1865376"/>
            <a:ext cx="1529334" cy="218541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0668C0A-F8CD-4514-BF3A-291762033710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388364" y="3118104"/>
            <a:ext cx="236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282D755-6767-49E2-9F79-80794C99720B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2822448" y="3118104"/>
            <a:ext cx="272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순서도: 문서 69">
            <a:extLst>
              <a:ext uri="{FF2B5EF4-FFF2-40B4-BE49-F238E27FC236}">
                <a16:creationId xmlns:a16="http://schemas.microsoft.com/office/drawing/2014/main" id="{98FA3896-9FEC-4E6D-828D-86B5C38F46AC}"/>
              </a:ext>
            </a:extLst>
          </p:cNvPr>
          <p:cNvSpPr/>
          <p:nvPr/>
        </p:nvSpPr>
        <p:spPr>
          <a:xfrm>
            <a:off x="9926574" y="2196846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순서도: 문서 70">
            <a:extLst>
              <a:ext uri="{FF2B5EF4-FFF2-40B4-BE49-F238E27FC236}">
                <a16:creationId xmlns:a16="http://schemas.microsoft.com/office/drawing/2014/main" id="{040F8336-A9C5-46FC-B02F-D7468E73681B}"/>
              </a:ext>
            </a:extLst>
          </p:cNvPr>
          <p:cNvSpPr/>
          <p:nvPr/>
        </p:nvSpPr>
        <p:spPr>
          <a:xfrm>
            <a:off x="9854184" y="2251710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순서도: 문서 71">
            <a:extLst>
              <a:ext uri="{FF2B5EF4-FFF2-40B4-BE49-F238E27FC236}">
                <a16:creationId xmlns:a16="http://schemas.microsoft.com/office/drawing/2014/main" id="{EF570B42-C800-4DA5-8687-1FD02BEBBC83}"/>
              </a:ext>
            </a:extLst>
          </p:cNvPr>
          <p:cNvSpPr/>
          <p:nvPr/>
        </p:nvSpPr>
        <p:spPr>
          <a:xfrm>
            <a:off x="9781794" y="2313432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3" name="순서도: 문서 72">
            <a:extLst>
              <a:ext uri="{FF2B5EF4-FFF2-40B4-BE49-F238E27FC236}">
                <a16:creationId xmlns:a16="http://schemas.microsoft.com/office/drawing/2014/main" id="{73BAD614-9853-4470-9A9C-64509F321FED}"/>
              </a:ext>
            </a:extLst>
          </p:cNvPr>
          <p:cNvSpPr/>
          <p:nvPr/>
        </p:nvSpPr>
        <p:spPr>
          <a:xfrm>
            <a:off x="9906000" y="3129535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4" name="순서도: 문서 73">
            <a:extLst>
              <a:ext uri="{FF2B5EF4-FFF2-40B4-BE49-F238E27FC236}">
                <a16:creationId xmlns:a16="http://schemas.microsoft.com/office/drawing/2014/main" id="{1BD5012B-2B4B-4FCD-8EEF-657FE933ED49}"/>
              </a:ext>
            </a:extLst>
          </p:cNvPr>
          <p:cNvSpPr/>
          <p:nvPr/>
        </p:nvSpPr>
        <p:spPr>
          <a:xfrm>
            <a:off x="9833610" y="3184399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5" name="순서도: 문서 74">
            <a:extLst>
              <a:ext uri="{FF2B5EF4-FFF2-40B4-BE49-F238E27FC236}">
                <a16:creationId xmlns:a16="http://schemas.microsoft.com/office/drawing/2014/main" id="{EF62BA5C-3875-4AA7-9E39-9A6EF7BD4EEA}"/>
              </a:ext>
            </a:extLst>
          </p:cNvPr>
          <p:cNvSpPr/>
          <p:nvPr/>
        </p:nvSpPr>
        <p:spPr>
          <a:xfrm>
            <a:off x="9761220" y="3246121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Persona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A5895529-7ABF-482D-92B7-4876010DEA68}"/>
              </a:ext>
            </a:extLst>
          </p:cNvPr>
          <p:cNvCxnSpPr>
            <a:stCxn id="13" idx="3"/>
          </p:cNvCxnSpPr>
          <p:nvPr/>
        </p:nvCxnSpPr>
        <p:spPr>
          <a:xfrm>
            <a:off x="7600188" y="2647188"/>
            <a:ext cx="4610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7B85B1A6-817D-4D40-87CA-9F257F3611F3}"/>
              </a:ext>
            </a:extLst>
          </p:cNvPr>
          <p:cNvCxnSpPr>
            <a:stCxn id="38" idx="3"/>
          </p:cNvCxnSpPr>
          <p:nvPr/>
        </p:nvCxnSpPr>
        <p:spPr>
          <a:xfrm>
            <a:off x="7579614" y="3808477"/>
            <a:ext cx="481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15AC21E3-F535-4764-9A08-354990B77138}"/>
              </a:ext>
            </a:extLst>
          </p:cNvPr>
          <p:cNvCxnSpPr>
            <a:stCxn id="32" idx="3"/>
            <a:endCxn id="72" idx="1"/>
          </p:cNvCxnSpPr>
          <p:nvPr/>
        </p:nvCxnSpPr>
        <p:spPr>
          <a:xfrm>
            <a:off x="9420606" y="2569464"/>
            <a:ext cx="361188" cy="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B73B5EAF-910E-4FE9-8C04-76B4BAEB4D20}"/>
              </a:ext>
            </a:extLst>
          </p:cNvPr>
          <p:cNvCxnSpPr>
            <a:stCxn id="39" idx="3"/>
            <a:endCxn id="75" idx="1"/>
          </p:cNvCxnSpPr>
          <p:nvPr/>
        </p:nvCxnSpPr>
        <p:spPr>
          <a:xfrm>
            <a:off x="9420606" y="3504439"/>
            <a:ext cx="340614" cy="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8E9633C3-49C2-4095-BE5A-35CAB788EDC6}"/>
              </a:ext>
            </a:extLst>
          </p:cNvPr>
          <p:cNvCxnSpPr>
            <a:stCxn id="71" idx="3"/>
            <a:endCxn id="41" idx="1"/>
          </p:cNvCxnSpPr>
          <p:nvPr/>
        </p:nvCxnSpPr>
        <p:spPr>
          <a:xfrm>
            <a:off x="11052048" y="2512314"/>
            <a:ext cx="408432" cy="3337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3630D14D-6813-4CF3-8AC1-5F9873443316}"/>
              </a:ext>
            </a:extLst>
          </p:cNvPr>
          <p:cNvCxnSpPr>
            <a:stCxn id="74" idx="3"/>
            <a:endCxn id="41" idx="1"/>
          </p:cNvCxnSpPr>
          <p:nvPr/>
        </p:nvCxnSpPr>
        <p:spPr>
          <a:xfrm flipV="1">
            <a:off x="11031474" y="2846070"/>
            <a:ext cx="429006" cy="5989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BCFD750A-A0F9-46B9-A052-BC10EE452F29}"/>
              </a:ext>
            </a:extLst>
          </p:cNvPr>
          <p:cNvCxnSpPr>
            <a:stCxn id="31" idx="2"/>
            <a:endCxn id="26" idx="1"/>
          </p:cNvCxnSpPr>
          <p:nvPr/>
        </p:nvCxnSpPr>
        <p:spPr>
          <a:xfrm>
            <a:off x="5356860" y="1718310"/>
            <a:ext cx="0" cy="597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1FCF70C8-9064-481A-8A9E-F41E2738F5C5}"/>
              </a:ext>
            </a:extLst>
          </p:cNvPr>
          <p:cNvCxnSpPr>
            <a:stCxn id="30" idx="0"/>
            <a:endCxn id="27" idx="3"/>
          </p:cNvCxnSpPr>
          <p:nvPr/>
        </p:nvCxnSpPr>
        <p:spPr>
          <a:xfrm flipV="1">
            <a:off x="5356860" y="4050792"/>
            <a:ext cx="0" cy="491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두루마리 모양: 가로로 말림 91">
            <a:extLst>
              <a:ext uri="{FF2B5EF4-FFF2-40B4-BE49-F238E27FC236}">
                <a16:creationId xmlns:a16="http://schemas.microsoft.com/office/drawing/2014/main" id="{04CEB55E-5669-42A9-912D-EF060C25A842}"/>
              </a:ext>
            </a:extLst>
          </p:cNvPr>
          <p:cNvSpPr/>
          <p:nvPr/>
        </p:nvSpPr>
        <p:spPr>
          <a:xfrm>
            <a:off x="12994386" y="2474469"/>
            <a:ext cx="1197864" cy="749553"/>
          </a:xfrm>
          <a:prstGeom prst="horizontalScroll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Answer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E5E97E0E-60E3-4C0E-8C22-84B923796FD7}"/>
              </a:ext>
            </a:extLst>
          </p:cNvPr>
          <p:cNvCxnSpPr>
            <a:stCxn id="41" idx="3"/>
            <a:endCxn id="92" idx="1"/>
          </p:cNvCxnSpPr>
          <p:nvPr/>
        </p:nvCxnSpPr>
        <p:spPr>
          <a:xfrm>
            <a:off x="12658344" y="2846070"/>
            <a:ext cx="336042" cy="3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전체 방법론 도식화</a:t>
            </a:r>
            <a:endParaRPr lang="ko-KR" altLang="en-US" b="1" dirty="0">
              <a:highlight>
                <a:srgbClr val="00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844300EA-0B24-4129-A473-42D193493C12}"/>
              </a:ext>
            </a:extLst>
          </p:cNvPr>
          <p:cNvSpPr/>
          <p:nvPr/>
        </p:nvSpPr>
        <p:spPr>
          <a:xfrm>
            <a:off x="7852410" y="947102"/>
            <a:ext cx="53720" cy="398081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BD809EE-4BE6-4322-9E1C-F8EBDCB1743D}"/>
              </a:ext>
            </a:extLst>
          </p:cNvPr>
          <p:cNvCxnSpPr>
            <a:cxnSpLocks/>
            <a:stCxn id="96" idx="2"/>
            <a:endCxn id="16" idx="0"/>
          </p:cNvCxnSpPr>
          <p:nvPr/>
        </p:nvCxnSpPr>
        <p:spPr>
          <a:xfrm>
            <a:off x="7879270" y="4927917"/>
            <a:ext cx="572072" cy="526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Rectangle 1">
            <a:extLst>
              <a:ext uri="{FF2B5EF4-FFF2-40B4-BE49-F238E27FC236}">
                <a16:creationId xmlns:a16="http://schemas.microsoft.com/office/drawing/2014/main" id="{F668E41C-F002-4CB5-8335-2A4C5B922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854" y="5261088"/>
            <a:ext cx="165942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검색 결과: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의결서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법령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B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판례 C </a:t>
            </a: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Ontology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적용 후: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→ 위반 유형: 불공정거래</a:t>
            </a:r>
            <a:b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→ 적용 법령: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B</a:t>
            </a:r>
            <a:b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C → 유사 판례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14743ABF-4A3C-4385-A8E9-E78AFC392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5212080"/>
            <a:ext cx="228600" cy="228600"/>
          </a:xfrm>
          <a:prstGeom prst="rect">
            <a:avLst/>
          </a:prstGeom>
        </p:spPr>
      </p:pic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0DE24286-17EE-4822-AD8D-7117AAD2E24D}"/>
              </a:ext>
            </a:extLst>
          </p:cNvPr>
          <p:cNvSpPr/>
          <p:nvPr/>
        </p:nvSpPr>
        <p:spPr>
          <a:xfrm>
            <a:off x="3666456" y="1458984"/>
            <a:ext cx="1018794" cy="521208"/>
          </a:xfrm>
          <a:custGeom>
            <a:avLst/>
            <a:gdLst>
              <a:gd name="connsiteX0" fmla="*/ 2760617 w 2760617"/>
              <a:gd name="connsiteY0" fmla="*/ 0 h 3901440"/>
              <a:gd name="connsiteX1" fmla="*/ 1323703 w 2760617"/>
              <a:gd name="connsiteY1" fmla="*/ 3126377 h 3901440"/>
              <a:gd name="connsiteX2" fmla="*/ 0 w 2760617"/>
              <a:gd name="connsiteY2" fmla="*/ 3901440 h 390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60617" h="3901440">
                <a:moveTo>
                  <a:pt x="2760617" y="0"/>
                </a:moveTo>
                <a:cubicBezTo>
                  <a:pt x="2272211" y="1238068"/>
                  <a:pt x="1783806" y="2476137"/>
                  <a:pt x="1323703" y="3126377"/>
                </a:cubicBezTo>
                <a:cubicBezTo>
                  <a:pt x="863600" y="3776617"/>
                  <a:pt x="431800" y="3839028"/>
                  <a:pt x="0" y="3901440"/>
                </a:cubicBezTo>
              </a:path>
            </a:pathLst>
          </a:custGeom>
          <a:noFill/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706875-EAB1-48E5-A32E-8683B64C8C28}"/>
              </a:ext>
            </a:extLst>
          </p:cNvPr>
          <p:cNvSpPr txBox="1"/>
          <p:nvPr/>
        </p:nvSpPr>
        <p:spPr>
          <a:xfrm>
            <a:off x="2117254" y="1633920"/>
            <a:ext cx="1542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BM25: </a:t>
            </a:r>
            <a:r>
              <a:rPr lang="en-US" altLang="ko-KR" sz="12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Opensearch</a:t>
            </a:r>
            <a:endParaRPr lang="en-US" altLang="ko-KR" sz="12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Dense: BAAI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bge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9160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문서 6">
            <a:extLst>
              <a:ext uri="{FF2B5EF4-FFF2-40B4-BE49-F238E27FC236}">
                <a16:creationId xmlns:a16="http://schemas.microsoft.com/office/drawing/2014/main" id="{1D5FA811-B9CE-4A68-81BF-559D2F683197}"/>
              </a:ext>
            </a:extLst>
          </p:cNvPr>
          <p:cNvSpPr/>
          <p:nvPr/>
        </p:nvSpPr>
        <p:spPr>
          <a:xfrm>
            <a:off x="114298" y="2857500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4B30D98-C498-4BAB-84D1-31A3E7063DE7}"/>
              </a:ext>
            </a:extLst>
          </p:cNvPr>
          <p:cNvSpPr/>
          <p:nvPr/>
        </p:nvSpPr>
        <p:spPr>
          <a:xfrm>
            <a:off x="1497328" y="2845852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Re-writing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&amp;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Intent Classification</a:t>
            </a:r>
          </a:p>
        </p:txBody>
      </p:sp>
      <p:sp>
        <p:nvSpPr>
          <p:cNvPr id="12" name="순서도: 문서 11">
            <a:extLst>
              <a:ext uri="{FF2B5EF4-FFF2-40B4-BE49-F238E27FC236}">
                <a16:creationId xmlns:a16="http://schemas.microsoft.com/office/drawing/2014/main" id="{81BFC99E-71A5-496B-854C-0A6BAED7D61D}"/>
              </a:ext>
            </a:extLst>
          </p:cNvPr>
          <p:cNvSpPr/>
          <p:nvPr/>
        </p:nvSpPr>
        <p:spPr>
          <a:xfrm>
            <a:off x="2869750" y="2857500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Re-written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순서도: 자기 디스크 25">
            <a:extLst>
              <a:ext uri="{FF2B5EF4-FFF2-40B4-BE49-F238E27FC236}">
                <a16:creationId xmlns:a16="http://schemas.microsoft.com/office/drawing/2014/main" id="{E6B8FA6A-5EE4-49AC-9758-1470308B94B9}"/>
              </a:ext>
            </a:extLst>
          </p:cNvPr>
          <p:cNvSpPr/>
          <p:nvPr/>
        </p:nvSpPr>
        <p:spPr>
          <a:xfrm>
            <a:off x="2759517" y="3756831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 Vector DB</a:t>
            </a:r>
            <a:endParaRPr lang="ko-KR" altLang="en-US" sz="1100" dirty="0"/>
          </a:p>
        </p:txBody>
      </p:sp>
      <p:sp>
        <p:nvSpPr>
          <p:cNvPr id="27" name="순서도: 자기 디스크 26">
            <a:extLst>
              <a:ext uri="{FF2B5EF4-FFF2-40B4-BE49-F238E27FC236}">
                <a16:creationId xmlns:a16="http://schemas.microsoft.com/office/drawing/2014/main" id="{3BF2F7DA-815F-4A9D-BA27-B4A59354A808}"/>
              </a:ext>
            </a:extLst>
          </p:cNvPr>
          <p:cNvSpPr/>
          <p:nvPr/>
        </p:nvSpPr>
        <p:spPr>
          <a:xfrm>
            <a:off x="2759517" y="4444100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Scenario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Vector DB</a:t>
            </a:r>
            <a:endParaRPr lang="ko-KR" altLang="en-US" sz="11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1FA927B-0CAF-45A9-A496-78B6D57D028D}"/>
              </a:ext>
            </a:extLst>
          </p:cNvPr>
          <p:cNvSpPr/>
          <p:nvPr/>
        </p:nvSpPr>
        <p:spPr>
          <a:xfrm>
            <a:off x="7808285" y="3615407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Ontology-aware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Re-Ranking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B3BA162-6259-4353-8BCE-0DCD697DABF7}"/>
              </a:ext>
            </a:extLst>
          </p:cNvPr>
          <p:cNvSpPr/>
          <p:nvPr/>
        </p:nvSpPr>
        <p:spPr>
          <a:xfrm>
            <a:off x="7818122" y="4336776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Relevance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Filtering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94DA81A-8866-4623-A306-265EB9ECF491}"/>
              </a:ext>
            </a:extLst>
          </p:cNvPr>
          <p:cNvSpPr/>
          <p:nvPr/>
        </p:nvSpPr>
        <p:spPr>
          <a:xfrm>
            <a:off x="9287124" y="2516532"/>
            <a:ext cx="1466850" cy="766879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Structured Context Merge 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&amp;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Answer Generation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ACD17F0-D7C0-4E39-9B6A-01E6EF77393D}"/>
              </a:ext>
            </a:extLst>
          </p:cNvPr>
          <p:cNvSpPr/>
          <p:nvPr/>
        </p:nvSpPr>
        <p:spPr>
          <a:xfrm>
            <a:off x="7751709" y="3500872"/>
            <a:ext cx="1304920" cy="15874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0668C0A-F8CD-4514-BF3A-29176203371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312162" y="3117886"/>
            <a:ext cx="185166" cy="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282D755-6767-49E2-9F79-80794C99720B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695192" y="3117886"/>
            <a:ext cx="174558" cy="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두루마리 모양: 가로로 말림 91">
            <a:extLst>
              <a:ext uri="{FF2B5EF4-FFF2-40B4-BE49-F238E27FC236}">
                <a16:creationId xmlns:a16="http://schemas.microsoft.com/office/drawing/2014/main" id="{04CEB55E-5669-42A9-912D-EF060C25A842}"/>
              </a:ext>
            </a:extLst>
          </p:cNvPr>
          <p:cNvSpPr/>
          <p:nvPr/>
        </p:nvSpPr>
        <p:spPr>
          <a:xfrm>
            <a:off x="10959283" y="2523086"/>
            <a:ext cx="1197864" cy="749553"/>
          </a:xfrm>
          <a:prstGeom prst="horizontalScroll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Answer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전체 방법론 도식화</a:t>
            </a:r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(Ver. 2)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BDD1BB6-9938-4C58-8618-5C8602735FC2}"/>
              </a:ext>
            </a:extLst>
          </p:cNvPr>
          <p:cNvSpPr/>
          <p:nvPr/>
        </p:nvSpPr>
        <p:spPr>
          <a:xfrm>
            <a:off x="4259458" y="3159187"/>
            <a:ext cx="1820092" cy="2606613"/>
          </a:xfrm>
          <a:prstGeom prst="roundRect">
            <a:avLst/>
          </a:prstGeom>
          <a:noFill/>
          <a:ln>
            <a:solidFill>
              <a:srgbClr val="73AB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297B86-0BF9-48C9-AD5A-C3E1D9C31B69}"/>
              </a:ext>
            </a:extLst>
          </p:cNvPr>
          <p:cNvSpPr txBox="1"/>
          <p:nvPr/>
        </p:nvSpPr>
        <p:spPr>
          <a:xfrm>
            <a:off x="4391282" y="3170400"/>
            <a:ext cx="1542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Internal Retrieval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(BM25 + Dense)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364D3B3-F8D5-484C-8345-070DC456A55E}"/>
              </a:ext>
            </a:extLst>
          </p:cNvPr>
          <p:cNvSpPr/>
          <p:nvPr/>
        </p:nvSpPr>
        <p:spPr>
          <a:xfrm>
            <a:off x="4483156" y="5245782"/>
            <a:ext cx="1358537" cy="201574"/>
          </a:xfrm>
          <a:prstGeom prst="roundRect">
            <a:avLst/>
          </a:prstGeom>
          <a:solidFill>
            <a:srgbClr val="73AB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Arial Rounded MT Bold" panose="020F0704030504030204" pitchFamily="34" charset="0"/>
              </a:rPr>
              <a:t>Ontology Mapping</a:t>
            </a:r>
            <a:endParaRPr lang="ko-KR" altLang="en-US" sz="1000" b="1" dirty="0">
              <a:latin typeface="Arial Rounded MT Bold" panose="020F0704030504030204" pitchFamily="34" charset="0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0249031C-905E-4B15-AADE-0B63AF04FEA6}"/>
              </a:ext>
            </a:extLst>
          </p:cNvPr>
          <p:cNvSpPr/>
          <p:nvPr/>
        </p:nvSpPr>
        <p:spPr>
          <a:xfrm>
            <a:off x="4483156" y="5447356"/>
            <a:ext cx="1358537" cy="201574"/>
          </a:xfrm>
          <a:prstGeom prst="roundRect">
            <a:avLst/>
          </a:prstGeom>
          <a:solidFill>
            <a:srgbClr val="A3C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Relation Analysis</a:t>
            </a:r>
            <a:endParaRPr lang="ko-KR" altLang="en-US" sz="9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4BE52C5-9F47-4455-96C8-6A4B6CB52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440" y="5223787"/>
            <a:ext cx="369630" cy="369630"/>
          </a:xfrm>
          <a:prstGeom prst="rect">
            <a:avLst/>
          </a:prstGeom>
        </p:spPr>
      </p:pic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C2B08194-CEC0-409C-994E-8B3DC4F5DEE7}"/>
              </a:ext>
            </a:extLst>
          </p:cNvPr>
          <p:cNvSpPr/>
          <p:nvPr/>
        </p:nvSpPr>
        <p:spPr>
          <a:xfrm>
            <a:off x="4259458" y="1253998"/>
            <a:ext cx="1820092" cy="1574321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2FA6D7-6BB2-4EE1-A13B-CF006F488F92}"/>
              </a:ext>
            </a:extLst>
          </p:cNvPr>
          <p:cNvSpPr txBox="1"/>
          <p:nvPr/>
        </p:nvSpPr>
        <p:spPr>
          <a:xfrm>
            <a:off x="4325370" y="1253999"/>
            <a:ext cx="1688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External Knowledge 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(MCP)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0C6C0BF9-6FD6-4215-BA75-598863D7FD48}"/>
              </a:ext>
            </a:extLst>
          </p:cNvPr>
          <p:cNvSpPr/>
          <p:nvPr/>
        </p:nvSpPr>
        <p:spPr>
          <a:xfrm>
            <a:off x="4604847" y="1800129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법령 정보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2AAC902-79C3-49B6-8F89-1666A79F2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612" y="1796165"/>
            <a:ext cx="273881" cy="273881"/>
          </a:xfrm>
          <a:prstGeom prst="rect">
            <a:avLst/>
          </a:prstGeom>
        </p:spPr>
      </p:pic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1472EA6-8091-4CCE-9C5E-61445FA9FA88}"/>
              </a:ext>
            </a:extLst>
          </p:cNvPr>
          <p:cNvSpPr/>
          <p:nvPr/>
        </p:nvSpPr>
        <p:spPr>
          <a:xfrm>
            <a:off x="4604847" y="2142322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판례 정보</a:t>
            </a: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5C3552FB-A023-4F24-920E-BC98D013E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612" y="2138358"/>
            <a:ext cx="273881" cy="273881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C7D2DDC6-33B5-4509-92E6-7707F5A4A17E}"/>
              </a:ext>
            </a:extLst>
          </p:cNvPr>
          <p:cNvSpPr/>
          <p:nvPr/>
        </p:nvSpPr>
        <p:spPr>
          <a:xfrm>
            <a:off x="4604847" y="2465882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공정위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자료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561D62A4-F34C-4AE6-AE94-48369DD87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612" y="2461918"/>
            <a:ext cx="273881" cy="273881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64A1D49E-9B71-4192-9D60-842D76A2D7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229" y="2600569"/>
            <a:ext cx="234969" cy="234969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4C920CE9-2000-4A4E-88C7-C82F5C289F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552" y="1008031"/>
            <a:ext cx="234969" cy="234969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F8FF894A-B040-47F5-A6DA-D6BB451DF261}"/>
              </a:ext>
            </a:extLst>
          </p:cNvPr>
          <p:cNvGrpSpPr/>
          <p:nvPr/>
        </p:nvGrpSpPr>
        <p:grpSpPr>
          <a:xfrm>
            <a:off x="6234872" y="1666361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0" name="순서도: 문서 69">
              <a:extLst>
                <a:ext uri="{FF2B5EF4-FFF2-40B4-BE49-F238E27FC236}">
                  <a16:creationId xmlns:a16="http://schemas.microsoft.com/office/drawing/2014/main" id="{98FA3896-9FEC-4E6D-828D-86B5C38F46AC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순서도: 문서 70">
              <a:extLst>
                <a:ext uri="{FF2B5EF4-FFF2-40B4-BE49-F238E27FC236}">
                  <a16:creationId xmlns:a16="http://schemas.microsoft.com/office/drawing/2014/main" id="{040F8336-A9C5-46FC-B02F-D7468E73681B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2" name="순서도: 문서 71">
              <a:extLst>
                <a:ext uri="{FF2B5EF4-FFF2-40B4-BE49-F238E27FC236}">
                  <a16:creationId xmlns:a16="http://schemas.microsoft.com/office/drawing/2014/main" id="{EF570B42-C800-4DA5-8687-1FD02BEBBC83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External Evidence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C037A9CC-AA07-4750-BD82-820DA5F74E45}"/>
              </a:ext>
            </a:extLst>
          </p:cNvPr>
          <p:cNvGrpSpPr/>
          <p:nvPr/>
        </p:nvGrpSpPr>
        <p:grpSpPr>
          <a:xfrm>
            <a:off x="4483923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0" name="순서도: 문서 109">
              <a:extLst>
                <a:ext uri="{FF2B5EF4-FFF2-40B4-BE49-F238E27FC236}">
                  <a16:creationId xmlns:a16="http://schemas.microsoft.com/office/drawing/2014/main" id="{4B5ED781-7630-49A5-B07C-570975B57D4E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순서도: 문서 110">
              <a:extLst>
                <a:ext uri="{FF2B5EF4-FFF2-40B4-BE49-F238E27FC236}">
                  <a16:creationId xmlns:a16="http://schemas.microsoft.com/office/drawing/2014/main" id="{4C33A769-0CB0-4061-8104-2FE910D7338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2" name="순서도: 문서 111">
              <a:extLst>
                <a:ext uri="{FF2B5EF4-FFF2-40B4-BE49-F238E27FC236}">
                  <a16:creationId xmlns:a16="http://schemas.microsoft.com/office/drawing/2014/main" id="{45EEEC03-634F-41E3-9D4A-F60A508FD5DB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8362992B-2A06-4424-B4BE-36B373CE0610}"/>
              </a:ext>
            </a:extLst>
          </p:cNvPr>
          <p:cNvGrpSpPr/>
          <p:nvPr/>
        </p:nvGrpSpPr>
        <p:grpSpPr>
          <a:xfrm>
            <a:off x="4483923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4" name="순서도: 문서 113">
              <a:extLst>
                <a:ext uri="{FF2B5EF4-FFF2-40B4-BE49-F238E27FC236}">
                  <a16:creationId xmlns:a16="http://schemas.microsoft.com/office/drawing/2014/main" id="{A357E6FF-7714-4795-9A9F-5EA36047AD29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5" name="순서도: 문서 114">
              <a:extLst>
                <a:ext uri="{FF2B5EF4-FFF2-40B4-BE49-F238E27FC236}">
                  <a16:creationId xmlns:a16="http://schemas.microsoft.com/office/drawing/2014/main" id="{7D77341A-773C-49FC-B38D-017225C4C207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6" name="순서도: 문서 115">
              <a:extLst>
                <a:ext uri="{FF2B5EF4-FFF2-40B4-BE49-F238E27FC236}">
                  <a16:creationId xmlns:a16="http://schemas.microsoft.com/office/drawing/2014/main" id="{BE4808A5-235A-40ED-B835-61C3936E28DD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11B69D11-34C1-4658-B650-40A75D54F92D}"/>
              </a:ext>
            </a:extLst>
          </p:cNvPr>
          <p:cNvCxnSpPr>
            <a:stCxn id="12" idx="3"/>
            <a:endCxn id="84" idx="1"/>
          </p:cNvCxnSpPr>
          <p:nvPr/>
        </p:nvCxnSpPr>
        <p:spPr>
          <a:xfrm flipV="1">
            <a:off x="4067614" y="2041159"/>
            <a:ext cx="191844" cy="10769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CB938C06-2476-4A29-A0EF-674EFA9DB34B}"/>
              </a:ext>
            </a:extLst>
          </p:cNvPr>
          <p:cNvCxnSpPr>
            <a:cxnSpLocks/>
            <a:stCxn id="12" idx="3"/>
            <a:endCxn id="28" idx="1"/>
          </p:cNvCxnSpPr>
          <p:nvPr/>
        </p:nvCxnSpPr>
        <p:spPr>
          <a:xfrm>
            <a:off x="4067614" y="3118104"/>
            <a:ext cx="191844" cy="13443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7" name="그림 116">
            <a:extLst>
              <a:ext uri="{FF2B5EF4-FFF2-40B4-BE49-F238E27FC236}">
                <a16:creationId xmlns:a16="http://schemas.microsoft.com/office/drawing/2014/main" id="{E6E57430-A9D6-44BD-9B2C-FE6C6AD48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544" y="3242924"/>
            <a:ext cx="234969" cy="234969"/>
          </a:xfrm>
          <a:prstGeom prst="rect">
            <a:avLst/>
          </a:prstGeom>
        </p:spPr>
      </p:pic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8545E124-5158-429D-9796-2FCE8DD9BACE}"/>
              </a:ext>
            </a:extLst>
          </p:cNvPr>
          <p:cNvCxnSpPr>
            <a:stCxn id="84" idx="3"/>
            <a:endCxn id="72" idx="1"/>
          </p:cNvCxnSpPr>
          <p:nvPr/>
        </p:nvCxnSpPr>
        <p:spPr>
          <a:xfrm>
            <a:off x="6079550" y="2041159"/>
            <a:ext cx="155322" cy="2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화살표: 아래쪽 131">
            <a:extLst>
              <a:ext uri="{FF2B5EF4-FFF2-40B4-BE49-F238E27FC236}">
                <a16:creationId xmlns:a16="http://schemas.microsoft.com/office/drawing/2014/main" id="{F56553A2-9C69-4709-8AEA-D449A449E47D}"/>
              </a:ext>
            </a:extLst>
          </p:cNvPr>
          <p:cNvSpPr/>
          <p:nvPr/>
        </p:nvSpPr>
        <p:spPr>
          <a:xfrm>
            <a:off x="4974770" y="4975403"/>
            <a:ext cx="389467" cy="201574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7" name="연결선: 꺾임 146">
            <a:extLst>
              <a:ext uri="{FF2B5EF4-FFF2-40B4-BE49-F238E27FC236}">
                <a16:creationId xmlns:a16="http://schemas.microsoft.com/office/drawing/2014/main" id="{59A1E24D-9BBF-4CCC-90D5-AFCA7B17D5D5}"/>
              </a:ext>
            </a:extLst>
          </p:cNvPr>
          <p:cNvCxnSpPr>
            <a:stCxn id="72" idx="3"/>
            <a:endCxn id="41" idx="1"/>
          </p:cNvCxnSpPr>
          <p:nvPr/>
        </p:nvCxnSpPr>
        <p:spPr>
          <a:xfrm>
            <a:off x="7432736" y="2043551"/>
            <a:ext cx="1854388" cy="856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76CE891F-CC18-478D-80D1-9F0784CBF1A7}"/>
              </a:ext>
            </a:extLst>
          </p:cNvPr>
          <p:cNvCxnSpPr>
            <a:stCxn id="41" idx="3"/>
            <a:endCxn id="92" idx="1"/>
          </p:cNvCxnSpPr>
          <p:nvPr/>
        </p:nvCxnSpPr>
        <p:spPr>
          <a:xfrm flipV="1">
            <a:off x="10753974" y="2897863"/>
            <a:ext cx="205309" cy="2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9" name="그림 158">
            <a:extLst>
              <a:ext uri="{FF2B5EF4-FFF2-40B4-BE49-F238E27FC236}">
                <a16:creationId xmlns:a16="http://schemas.microsoft.com/office/drawing/2014/main" id="{19A87EAE-A6A4-4ABC-947B-2D4950CB93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142" y="2268791"/>
            <a:ext cx="234969" cy="234969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4D7ACD9F-B107-47B7-BA9D-DB566CA31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552" y="5010813"/>
            <a:ext cx="234969" cy="2349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6D5A29-A3A9-4628-BA23-AA3063714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7" y="2921037"/>
            <a:ext cx="305108" cy="305108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8ABA97BF-D4B7-4051-969E-5F2F00AAA056}"/>
              </a:ext>
            </a:extLst>
          </p:cNvPr>
          <p:cNvCxnSpPr>
            <a:stCxn id="26" idx="4"/>
            <a:endCxn id="112" idx="1"/>
          </p:cNvCxnSpPr>
          <p:nvPr/>
        </p:nvCxnSpPr>
        <p:spPr>
          <a:xfrm flipV="1">
            <a:off x="3957381" y="4010963"/>
            <a:ext cx="526542" cy="647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EEDD75E1-F59C-4131-84A4-C3B3108F8368}"/>
              </a:ext>
            </a:extLst>
          </p:cNvPr>
          <p:cNvCxnSpPr>
            <a:stCxn id="27" idx="4"/>
            <a:endCxn id="116" idx="1"/>
          </p:cNvCxnSpPr>
          <p:nvPr/>
        </p:nvCxnSpPr>
        <p:spPr>
          <a:xfrm>
            <a:off x="3957381" y="4704704"/>
            <a:ext cx="526542" cy="45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692548B4-2896-421E-B14E-A199371F81AC}"/>
              </a:ext>
            </a:extLst>
          </p:cNvPr>
          <p:cNvGrpSpPr/>
          <p:nvPr/>
        </p:nvGrpSpPr>
        <p:grpSpPr>
          <a:xfrm>
            <a:off x="6236677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78" name="순서도: 문서 177">
              <a:extLst>
                <a:ext uri="{FF2B5EF4-FFF2-40B4-BE49-F238E27FC236}">
                  <a16:creationId xmlns:a16="http://schemas.microsoft.com/office/drawing/2014/main" id="{7D42E817-3F92-4E87-83E5-5D7B82FCE86E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9" name="순서도: 문서 178">
              <a:extLst>
                <a:ext uri="{FF2B5EF4-FFF2-40B4-BE49-F238E27FC236}">
                  <a16:creationId xmlns:a16="http://schemas.microsoft.com/office/drawing/2014/main" id="{755F0E2E-6EC0-4312-A36B-21B668CC932A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0" name="순서도: 문서 179">
              <a:extLst>
                <a:ext uri="{FF2B5EF4-FFF2-40B4-BE49-F238E27FC236}">
                  <a16:creationId xmlns:a16="http://schemas.microsoft.com/office/drawing/2014/main" id="{02077544-5F42-4677-AE5F-DD7A5FE4B628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 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w/ Ontology</a:t>
              </a:r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A86093C-A902-45CB-8783-E7177077C8AD}"/>
              </a:ext>
            </a:extLst>
          </p:cNvPr>
          <p:cNvGrpSpPr/>
          <p:nvPr/>
        </p:nvGrpSpPr>
        <p:grpSpPr>
          <a:xfrm>
            <a:off x="6236677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82" name="순서도: 문서 181">
              <a:extLst>
                <a:ext uri="{FF2B5EF4-FFF2-40B4-BE49-F238E27FC236}">
                  <a16:creationId xmlns:a16="http://schemas.microsoft.com/office/drawing/2014/main" id="{5CE4C42E-1E79-4102-AFE0-12D4FBED34C2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3" name="순서도: 문서 182">
              <a:extLst>
                <a:ext uri="{FF2B5EF4-FFF2-40B4-BE49-F238E27FC236}">
                  <a16:creationId xmlns:a16="http://schemas.microsoft.com/office/drawing/2014/main" id="{12563119-C1CC-41E0-90DC-F992A3CAAE1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4" name="순서도: 문서 183">
              <a:extLst>
                <a:ext uri="{FF2B5EF4-FFF2-40B4-BE49-F238E27FC236}">
                  <a16:creationId xmlns:a16="http://schemas.microsoft.com/office/drawing/2014/main" id="{0CCEA453-195C-4039-BA67-F4119EFD8157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w/ Ontology</a:t>
              </a:r>
            </a:p>
          </p:txBody>
        </p:sp>
      </p:grp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0D2766F9-A856-4DF7-B460-A8F1E79C88F3}"/>
              </a:ext>
            </a:extLst>
          </p:cNvPr>
          <p:cNvCxnSpPr>
            <a:stCxn id="46" idx="3"/>
            <a:endCxn id="180" idx="1"/>
          </p:cNvCxnSpPr>
          <p:nvPr/>
        </p:nvCxnSpPr>
        <p:spPr>
          <a:xfrm flipV="1">
            <a:off x="5841693" y="4010963"/>
            <a:ext cx="394984" cy="1335606"/>
          </a:xfrm>
          <a:prstGeom prst="bentConnector3">
            <a:avLst>
              <a:gd name="adj1" fmla="val 735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연결선: 꺾임 197">
            <a:extLst>
              <a:ext uri="{FF2B5EF4-FFF2-40B4-BE49-F238E27FC236}">
                <a16:creationId xmlns:a16="http://schemas.microsoft.com/office/drawing/2014/main" id="{31955808-BCD5-4C2B-98F1-8AE63BD1FD75}"/>
              </a:ext>
            </a:extLst>
          </p:cNvPr>
          <p:cNvCxnSpPr>
            <a:stCxn id="46" idx="3"/>
            <a:endCxn id="184" idx="1"/>
          </p:cNvCxnSpPr>
          <p:nvPr/>
        </p:nvCxnSpPr>
        <p:spPr>
          <a:xfrm flipV="1">
            <a:off x="5841693" y="4705158"/>
            <a:ext cx="394984" cy="641411"/>
          </a:xfrm>
          <a:prstGeom prst="bentConnector3">
            <a:avLst>
              <a:gd name="adj1" fmla="val 735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BF7B224E-AC79-405E-92CF-43BA5C3054A2}"/>
              </a:ext>
            </a:extLst>
          </p:cNvPr>
          <p:cNvGrpSpPr/>
          <p:nvPr/>
        </p:nvGrpSpPr>
        <p:grpSpPr>
          <a:xfrm>
            <a:off x="9349397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1" name="순서도: 문서 200">
              <a:extLst>
                <a:ext uri="{FF2B5EF4-FFF2-40B4-BE49-F238E27FC236}">
                  <a16:creationId xmlns:a16="http://schemas.microsoft.com/office/drawing/2014/main" id="{86D42859-9464-4558-B48B-8AECAE30CEA5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2" name="순서도: 문서 201">
              <a:extLst>
                <a:ext uri="{FF2B5EF4-FFF2-40B4-BE49-F238E27FC236}">
                  <a16:creationId xmlns:a16="http://schemas.microsoft.com/office/drawing/2014/main" id="{D7F480BD-E37B-40AC-B1CE-5CB059BADF75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3" name="순서도: 문서 202">
              <a:extLst>
                <a:ext uri="{FF2B5EF4-FFF2-40B4-BE49-F238E27FC236}">
                  <a16:creationId xmlns:a16="http://schemas.microsoft.com/office/drawing/2014/main" id="{B4921668-6439-434F-8774-5A1670A9EC08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</a:p>
          </p:txBody>
        </p: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B9767B69-D53D-497C-A4B2-C02B59AD8662}"/>
              </a:ext>
            </a:extLst>
          </p:cNvPr>
          <p:cNvGrpSpPr/>
          <p:nvPr/>
        </p:nvGrpSpPr>
        <p:grpSpPr>
          <a:xfrm>
            <a:off x="9349397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5" name="순서도: 문서 204">
              <a:extLst>
                <a:ext uri="{FF2B5EF4-FFF2-40B4-BE49-F238E27FC236}">
                  <a16:creationId xmlns:a16="http://schemas.microsoft.com/office/drawing/2014/main" id="{454115E6-8E8B-4B6D-BEA1-2442C3C7DBAC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6" name="순서도: 문서 205">
              <a:extLst>
                <a:ext uri="{FF2B5EF4-FFF2-40B4-BE49-F238E27FC236}">
                  <a16:creationId xmlns:a16="http://schemas.microsoft.com/office/drawing/2014/main" id="{957796A2-06D3-4461-A5AF-6D939CEFB53A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7" name="순서도: 문서 206">
              <a:extLst>
                <a:ext uri="{FF2B5EF4-FFF2-40B4-BE49-F238E27FC236}">
                  <a16:creationId xmlns:a16="http://schemas.microsoft.com/office/drawing/2014/main" id="{571D0659-65F9-4AD2-A01E-B9745187A19E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</a:p>
          </p:txBody>
        </p:sp>
      </p:grp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83F38D99-3BFD-4196-AF5D-3DC653292405}"/>
              </a:ext>
            </a:extLst>
          </p:cNvPr>
          <p:cNvCxnSpPr>
            <a:cxnSpLocks/>
          </p:cNvCxnSpPr>
          <p:nvPr/>
        </p:nvCxnSpPr>
        <p:spPr>
          <a:xfrm>
            <a:off x="9056629" y="4293267"/>
            <a:ext cx="2296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7BDFD0D2-2C50-4FCA-994F-CCB562A457D4}"/>
              </a:ext>
            </a:extLst>
          </p:cNvPr>
          <p:cNvSpPr/>
          <p:nvPr/>
        </p:nvSpPr>
        <p:spPr>
          <a:xfrm>
            <a:off x="9286316" y="3500872"/>
            <a:ext cx="1466850" cy="15874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2" name="연결선: 꺾임 221">
            <a:extLst>
              <a:ext uri="{FF2B5EF4-FFF2-40B4-BE49-F238E27FC236}">
                <a16:creationId xmlns:a16="http://schemas.microsoft.com/office/drawing/2014/main" id="{07441A7F-B7F9-44AE-90A4-C72D29FFBF81}"/>
              </a:ext>
            </a:extLst>
          </p:cNvPr>
          <p:cNvCxnSpPr>
            <a:stCxn id="184" idx="3"/>
            <a:endCxn id="43" idx="1"/>
          </p:cNvCxnSpPr>
          <p:nvPr/>
        </p:nvCxnSpPr>
        <p:spPr>
          <a:xfrm flipV="1">
            <a:off x="7434541" y="4294620"/>
            <a:ext cx="317168" cy="410538"/>
          </a:xfrm>
          <a:prstGeom prst="bentConnector3">
            <a:avLst>
              <a:gd name="adj1" fmla="val 6067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연결선: 꺾임 224">
            <a:extLst>
              <a:ext uri="{FF2B5EF4-FFF2-40B4-BE49-F238E27FC236}">
                <a16:creationId xmlns:a16="http://schemas.microsoft.com/office/drawing/2014/main" id="{D8AB4B46-8FD8-4861-BB5B-6FDD5873B7D1}"/>
              </a:ext>
            </a:extLst>
          </p:cNvPr>
          <p:cNvCxnSpPr>
            <a:cxnSpLocks/>
            <a:stCxn id="180" idx="3"/>
            <a:endCxn id="43" idx="1"/>
          </p:cNvCxnSpPr>
          <p:nvPr/>
        </p:nvCxnSpPr>
        <p:spPr>
          <a:xfrm>
            <a:off x="7434541" y="4010963"/>
            <a:ext cx="317168" cy="283657"/>
          </a:xfrm>
          <a:prstGeom prst="bentConnector3">
            <a:avLst>
              <a:gd name="adj1" fmla="val 606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5E342091-5B1B-42DF-8270-F07E62827ED4}"/>
              </a:ext>
            </a:extLst>
          </p:cNvPr>
          <p:cNvCxnSpPr>
            <a:stCxn id="217" idx="0"/>
            <a:endCxn id="41" idx="2"/>
          </p:cNvCxnSpPr>
          <p:nvPr/>
        </p:nvCxnSpPr>
        <p:spPr>
          <a:xfrm flipV="1">
            <a:off x="10019741" y="3283411"/>
            <a:ext cx="808" cy="21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95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232</Words>
  <Application>Microsoft Office PowerPoint</Application>
  <PresentationFormat>와이드스크린</PresentationFormat>
  <Paragraphs>135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나눔고딕</vt:lpstr>
      <vt:lpstr>맑은 고딕</vt:lpstr>
      <vt:lpstr>Arial</vt:lpstr>
      <vt:lpstr>Arial Rounded MT Bold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승건 이</dc:creator>
  <cp:lastModifiedBy>이승건(대학원생-비즈니스IT전공)</cp:lastModifiedBy>
  <cp:revision>35</cp:revision>
  <dcterms:created xsi:type="dcterms:W3CDTF">2025-04-16T05:57:00Z</dcterms:created>
  <dcterms:modified xsi:type="dcterms:W3CDTF">2026-04-19T06:22:00Z</dcterms:modified>
</cp:coreProperties>
</file>