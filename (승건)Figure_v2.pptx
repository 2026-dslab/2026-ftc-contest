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63" r:id="rId3"/>
    <p:sldId id="260" r:id="rId4"/>
    <p:sldId id="264" r:id="rId5"/>
    <p:sldId id="267" r:id="rId6"/>
    <p:sldId id="261" r:id="rId7"/>
    <p:sldId id="265" r:id="rId8"/>
    <p:sldId id="262" r:id="rId9"/>
    <p:sldId id="26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CDE8"/>
    <a:srgbClr val="FFCC66"/>
    <a:srgbClr val="F9BDE1"/>
    <a:srgbClr val="F69CD2"/>
    <a:srgbClr val="FDC3F9"/>
    <a:srgbClr val="A5B5F9"/>
    <a:srgbClr val="7030A0"/>
    <a:srgbClr val="C5E0B4"/>
    <a:srgbClr val="9588F8"/>
    <a:srgbClr val="5683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584" autoAdjust="0"/>
  </p:normalViewPr>
  <p:slideViewPr>
    <p:cSldViewPr snapToGrid="0">
      <p:cViewPr varScale="1">
        <p:scale>
          <a:sx n="84" d="100"/>
          <a:sy n="84" d="100"/>
        </p:scale>
        <p:origin x="1596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07E46F-B36E-448D-82D2-486DFE961E56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2E9D14-385B-41A2-965B-658AACE658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7905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2E9D14-385B-41A2-965B-658AACE6583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3271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문제점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근거는 의결서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번호+페이지만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존재 (예: 2024-284호 p.1-2)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과징금 관련 23건이 "거액 과징금", "과징금이 부과" 등 추상적 표현에 그침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구체적 금액 있는 케이스도 42건 존재하나 — 이것도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AI가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생성한 수치라 검증 필요 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2E9D14-385B-41A2-965B-658AACE6583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6899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3C1BD8-D3B0-4FA8-996A-A69A4AF79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DDE1A5-3920-49F7-AC27-44DC6807E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49E0C1-EFFC-4EF6-B13C-607E6CC79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6CAEA4-32B3-4B52-9FD1-17C491265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B3605F-BF0B-4DA6-B413-16BC81086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502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E9C818-B8B6-4329-A5A3-98991D0A0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23B36D-4F86-4DF3-9451-CFDF2F8F2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9FD594-2330-43E3-9240-B5E89D542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9CE391-BB84-4DB6-8253-A462CCABF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DFBE29-6FE7-4990-BCFE-C45A68ED6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892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1A203E-B311-4F5D-B7CA-3704D0F40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271001-1C4D-4536-9EF1-63FB42AF5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75BE52-6B39-44F5-944C-383FE74C7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4008FA-EBE0-40E2-B2B3-5084E098E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CEB1B4-9E88-492D-B0D9-3F4D39FAC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969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A6369E-2A9E-4137-8D9D-55128B109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EA234D-F8EB-4E6F-BA19-E3EAB9A2A9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7692ED-800B-4171-A803-D894A2258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7E580D-007D-4E2F-A72F-3797F46EB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3E7018-856C-48B6-8FCD-3BE0AE4FD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E32B3B-2A61-434F-8268-D28743E32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015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093D98-3693-402B-B2B9-549A34760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0F415E-2EBA-4BE2-BDD4-031FECC78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38A6C4-3B19-4DDD-A896-99A9F956D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AE54ACD-FD57-4FB3-AE0C-F52A4DEDAB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D830E84-7E35-4681-8C61-AC4EEEF05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8C0ABDC-F3F3-4017-811A-F18D56502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36B1A38-15E4-452B-A15C-82CB1DFC3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C07C97-88A9-4D98-848F-662DB353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444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E12149-45D7-42C8-A653-20EFB1BB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05F860-88C6-457F-85AD-217019209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0AEDBE-90FB-4C30-906F-4658EBE17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538AEA-4B33-4E67-8B71-8084530B3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722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732F29D-00D2-4431-80FC-234CDD7BA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BD49235-B6FF-49F1-9C0D-5AEED9AE6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DD80AD-D159-4523-9088-04A847673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41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0C416-056F-4909-B7B8-0D0084526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D4B75A-A3DD-4E24-A83D-36D705649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C143FB-C3C1-4CE2-8311-F0BAFA3A8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6702CC-82A5-49A5-AAB5-2E37C79BC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2BC999-B2E7-4395-BBAB-BE26BC173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96779D-919F-49A0-BC3A-D4EA551AF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809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38157A-46F0-46DA-B984-08F4C9D52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104EF59-AAD5-4AAB-A9CF-C6D836B86A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44DD30-E4A3-4FC7-B03A-C5BFAD746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4A2684-078F-4DB8-9801-8A00D069A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EB7945-BC62-4ECE-8446-C891EA918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BC1D1F-A9BC-4260-A2E0-E0C50B59C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2031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D348BA-241C-4DE7-99D6-5706BB7BA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E95844-E198-4CC4-AE9D-8556B1CE7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24EE95-3B1C-4A38-AF84-8EE5CA566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771D2D-0D9E-4E55-B076-6FFF79EC7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B13991-5154-4568-869D-B1B0E2847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033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AA6E1DA-E622-4D58-8CE1-2AA51A60B7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2441C7-29D9-43F0-A0CD-8932A0A7E5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64A368-39BD-407C-B8FA-E7DCC805A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46EC99-141C-4F55-A780-6DE04BBC5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A95C99-AA86-4B84-ABCB-6770FD34C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822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5525EE2-88E5-4037-A515-750E07D9C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5D4255-1582-4FA5-B9B9-B59DE8549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1A7E36-3D81-49AA-B9B9-3ECDC178B1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A7197-8235-4E7A-BCE4-33C09BF0AC5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4A4FB0-D075-4395-AD35-ADEB930026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6792CE-7935-4C32-84C8-9BE41F615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03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AC54DD91-3D24-44A9-A5D7-17263E527675}"/>
              </a:ext>
            </a:extLst>
          </p:cNvPr>
          <p:cNvSpPr/>
          <p:nvPr/>
        </p:nvSpPr>
        <p:spPr>
          <a:xfrm>
            <a:off x="1636529" y="3162424"/>
            <a:ext cx="299781" cy="369332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2C0B16F-8C79-4014-910C-30FB157E27E9}"/>
              </a:ext>
            </a:extLst>
          </p:cNvPr>
          <p:cNvSpPr/>
          <p:nvPr/>
        </p:nvSpPr>
        <p:spPr>
          <a:xfrm>
            <a:off x="28627" y="1901952"/>
            <a:ext cx="1524000" cy="305409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BF02CD-6298-4268-BAF0-9987F034B897}"/>
              </a:ext>
            </a:extLst>
          </p:cNvPr>
          <p:cNvSpPr txBox="1"/>
          <p:nvPr/>
        </p:nvSpPr>
        <p:spPr>
          <a:xfrm>
            <a:off x="376428" y="368300"/>
            <a:ext cx="3624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highlight>
                  <a:srgbClr val="00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데이터셋 구축 도식화</a:t>
            </a:r>
          </a:p>
        </p:txBody>
      </p:sp>
      <p:sp>
        <p:nvSpPr>
          <p:cNvPr id="22" name="순서도: 자기 디스크 21">
            <a:extLst>
              <a:ext uri="{FF2B5EF4-FFF2-40B4-BE49-F238E27FC236}">
                <a16:creationId xmlns:a16="http://schemas.microsoft.com/office/drawing/2014/main" id="{4E13FDA8-22AC-4936-8E45-620E2763D19F}"/>
              </a:ext>
            </a:extLst>
          </p:cNvPr>
          <p:cNvSpPr/>
          <p:nvPr/>
        </p:nvSpPr>
        <p:spPr>
          <a:xfrm>
            <a:off x="189499" y="2045352"/>
            <a:ext cx="1197864" cy="521208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의결서</a:t>
            </a:r>
            <a:endParaRPr lang="ko-KR" altLang="en-US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순서도: 자기 디스크 22">
            <a:extLst>
              <a:ext uri="{FF2B5EF4-FFF2-40B4-BE49-F238E27FC236}">
                <a16:creationId xmlns:a16="http://schemas.microsoft.com/office/drawing/2014/main" id="{2AA8A1E8-2E1D-42BD-A8F3-BFB11E9D1132}"/>
              </a:ext>
            </a:extLst>
          </p:cNvPr>
          <p:cNvSpPr/>
          <p:nvPr/>
        </p:nvSpPr>
        <p:spPr>
          <a:xfrm>
            <a:off x="189499" y="2788554"/>
            <a:ext cx="1197864" cy="521208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공정위 보도자료</a:t>
            </a:r>
            <a:endParaRPr lang="ko-KR" altLang="en-US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순서도: 자기 디스크 23">
            <a:extLst>
              <a:ext uri="{FF2B5EF4-FFF2-40B4-BE49-F238E27FC236}">
                <a16:creationId xmlns:a16="http://schemas.microsoft.com/office/drawing/2014/main" id="{676F1693-308C-4426-AC46-B9D404EA2E3C}"/>
              </a:ext>
            </a:extLst>
          </p:cNvPr>
          <p:cNvSpPr/>
          <p:nvPr/>
        </p:nvSpPr>
        <p:spPr>
          <a:xfrm>
            <a:off x="189499" y="3531756"/>
            <a:ext cx="1197864" cy="521208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공정위 설명자료</a:t>
            </a:r>
            <a:endParaRPr lang="ko-KR" altLang="en-US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순서도: 자기 디스크 24">
            <a:extLst>
              <a:ext uri="{FF2B5EF4-FFF2-40B4-BE49-F238E27FC236}">
                <a16:creationId xmlns:a16="http://schemas.microsoft.com/office/drawing/2014/main" id="{EC03BFE7-3827-45D7-8B37-C7B93A547866}"/>
              </a:ext>
            </a:extLst>
          </p:cNvPr>
          <p:cNvSpPr/>
          <p:nvPr/>
        </p:nvSpPr>
        <p:spPr>
          <a:xfrm>
            <a:off x="189499" y="4274958"/>
            <a:ext cx="1197864" cy="521208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공정위 해명자료</a:t>
            </a:r>
            <a:endParaRPr lang="ko-KR" altLang="en-US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269E41A-EDDF-48FB-9F30-A5AE08027297}"/>
              </a:ext>
            </a:extLst>
          </p:cNvPr>
          <p:cNvSpPr/>
          <p:nvPr/>
        </p:nvSpPr>
        <p:spPr>
          <a:xfrm>
            <a:off x="2020212" y="3069462"/>
            <a:ext cx="1197864" cy="544068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기업 컴플라이언스 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페르소나 생성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2A4EF351-605D-4D90-8826-77F861B315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212" y="2832459"/>
            <a:ext cx="234969" cy="234969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8876AFF8-3B3B-4575-A968-EDF15B057C53}"/>
              </a:ext>
            </a:extLst>
          </p:cNvPr>
          <p:cNvGrpSpPr/>
          <p:nvPr/>
        </p:nvGrpSpPr>
        <p:grpSpPr>
          <a:xfrm>
            <a:off x="3701972" y="3014599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0" name="순서도: 문서 29">
              <a:extLst>
                <a:ext uri="{FF2B5EF4-FFF2-40B4-BE49-F238E27FC236}">
                  <a16:creationId xmlns:a16="http://schemas.microsoft.com/office/drawing/2014/main" id="{683365AE-D724-431A-B84D-6FEC7BD8E93D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31" name="순서도: 문서 30">
              <a:extLst>
                <a:ext uri="{FF2B5EF4-FFF2-40B4-BE49-F238E27FC236}">
                  <a16:creationId xmlns:a16="http://schemas.microsoft.com/office/drawing/2014/main" id="{7D069E2B-E2DA-4AA0-A97F-AD8114492D05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32" name="순서도: 문서 31">
              <a:extLst>
                <a:ext uri="{FF2B5EF4-FFF2-40B4-BE49-F238E27FC236}">
                  <a16:creationId xmlns:a16="http://schemas.microsoft.com/office/drawing/2014/main" id="{FCC1A8DB-2B20-4EB7-8882-A113BC6368D1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기업 컴플라이언스</a:t>
              </a:r>
              <a:endPara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페르소나</a:t>
              </a:r>
              <a:endPara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36" name="화살표: 오른쪽 35">
            <a:extLst>
              <a:ext uri="{FF2B5EF4-FFF2-40B4-BE49-F238E27FC236}">
                <a16:creationId xmlns:a16="http://schemas.microsoft.com/office/drawing/2014/main" id="{EB523614-4336-4167-B15D-580643238D46}"/>
              </a:ext>
            </a:extLst>
          </p:cNvPr>
          <p:cNvSpPr/>
          <p:nvPr/>
        </p:nvSpPr>
        <p:spPr>
          <a:xfrm>
            <a:off x="3307887" y="3162424"/>
            <a:ext cx="299781" cy="369332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20E7FA20-86E1-4F32-80D7-7A0319F7B234}"/>
              </a:ext>
            </a:extLst>
          </p:cNvPr>
          <p:cNvSpPr/>
          <p:nvPr/>
        </p:nvSpPr>
        <p:spPr>
          <a:xfrm>
            <a:off x="5102391" y="3162424"/>
            <a:ext cx="299781" cy="369332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DDF24AC8-B52F-494B-BB2C-ADBFEB0F3988}"/>
              </a:ext>
            </a:extLst>
          </p:cNvPr>
          <p:cNvSpPr/>
          <p:nvPr/>
        </p:nvSpPr>
        <p:spPr>
          <a:xfrm>
            <a:off x="5459949" y="3069462"/>
            <a:ext cx="1197864" cy="544068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Q/A 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및 요약 데이터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생성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6FB52F72-7C9C-4F8D-9B62-165857A3DE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4949" y="2832459"/>
            <a:ext cx="234969" cy="234969"/>
          </a:xfrm>
          <a:prstGeom prst="rect">
            <a:avLst/>
          </a:prstGeom>
        </p:spPr>
      </p:pic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0CE5AC2D-A093-40A0-A9FE-C4BF8637B191}"/>
              </a:ext>
            </a:extLst>
          </p:cNvPr>
          <p:cNvSpPr/>
          <p:nvPr/>
        </p:nvSpPr>
        <p:spPr>
          <a:xfrm>
            <a:off x="6730156" y="3162424"/>
            <a:ext cx="299781" cy="369332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819D5FAC-AA3C-4D3B-8242-86385989FCBF}"/>
              </a:ext>
            </a:extLst>
          </p:cNvPr>
          <p:cNvGrpSpPr/>
          <p:nvPr/>
        </p:nvGrpSpPr>
        <p:grpSpPr>
          <a:xfrm>
            <a:off x="7110988" y="3014599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58" name="순서도: 문서 57">
              <a:extLst>
                <a:ext uri="{FF2B5EF4-FFF2-40B4-BE49-F238E27FC236}">
                  <a16:creationId xmlns:a16="http://schemas.microsoft.com/office/drawing/2014/main" id="{DA402601-8515-4BB1-9F22-CAB5AD77DDC9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59" name="순서도: 문서 58">
              <a:extLst>
                <a:ext uri="{FF2B5EF4-FFF2-40B4-BE49-F238E27FC236}">
                  <a16:creationId xmlns:a16="http://schemas.microsoft.com/office/drawing/2014/main" id="{FF7C9E50-C5EE-4ED0-A0D7-73B513B71C86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60" name="순서도: 문서 59">
              <a:extLst>
                <a:ext uri="{FF2B5EF4-FFF2-40B4-BE49-F238E27FC236}">
                  <a16:creationId xmlns:a16="http://schemas.microsoft.com/office/drawing/2014/main" id="{E49B67AE-CBB9-4676-B5B2-643E2CC310A0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기업 컴플라이언스 </a:t>
              </a:r>
              <a:endPara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데이터</a:t>
              </a:r>
              <a:endPara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61" name="화살표: 오른쪽 60">
            <a:extLst>
              <a:ext uri="{FF2B5EF4-FFF2-40B4-BE49-F238E27FC236}">
                <a16:creationId xmlns:a16="http://schemas.microsoft.com/office/drawing/2014/main" id="{8AC7AEDA-743A-44D1-B4E8-C90D5FFCE0DB}"/>
              </a:ext>
            </a:extLst>
          </p:cNvPr>
          <p:cNvSpPr/>
          <p:nvPr/>
        </p:nvSpPr>
        <p:spPr>
          <a:xfrm>
            <a:off x="8549334" y="3145401"/>
            <a:ext cx="299781" cy="369332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EFE756B2-FFCB-4B78-8198-533E38A622EB}"/>
              </a:ext>
            </a:extLst>
          </p:cNvPr>
          <p:cNvSpPr/>
          <p:nvPr/>
        </p:nvSpPr>
        <p:spPr>
          <a:xfrm>
            <a:off x="8935799" y="3069462"/>
            <a:ext cx="1197864" cy="544068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마스킹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및 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수작업 검토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화살표: 오른쪽 62">
            <a:extLst>
              <a:ext uri="{FF2B5EF4-FFF2-40B4-BE49-F238E27FC236}">
                <a16:creationId xmlns:a16="http://schemas.microsoft.com/office/drawing/2014/main" id="{24CD6E43-1722-4762-A9A8-47ED38F145F1}"/>
              </a:ext>
            </a:extLst>
          </p:cNvPr>
          <p:cNvSpPr/>
          <p:nvPr/>
        </p:nvSpPr>
        <p:spPr>
          <a:xfrm>
            <a:off x="10229056" y="3145401"/>
            <a:ext cx="299781" cy="369332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순서도: 자기 디스크 63">
            <a:extLst>
              <a:ext uri="{FF2B5EF4-FFF2-40B4-BE49-F238E27FC236}">
                <a16:creationId xmlns:a16="http://schemas.microsoft.com/office/drawing/2014/main" id="{4124B132-68F4-4ADA-AE9E-56523FFEBDB0}"/>
              </a:ext>
            </a:extLst>
          </p:cNvPr>
          <p:cNvSpPr/>
          <p:nvPr/>
        </p:nvSpPr>
        <p:spPr>
          <a:xfrm>
            <a:off x="10615830" y="3069463"/>
            <a:ext cx="1197864" cy="521208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User Scenario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Vector DB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845847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문서 6">
            <a:extLst>
              <a:ext uri="{FF2B5EF4-FFF2-40B4-BE49-F238E27FC236}">
                <a16:creationId xmlns:a16="http://schemas.microsoft.com/office/drawing/2014/main" id="{1D5FA811-B9CE-4A68-81BF-559D2F683197}"/>
              </a:ext>
            </a:extLst>
          </p:cNvPr>
          <p:cNvSpPr/>
          <p:nvPr/>
        </p:nvSpPr>
        <p:spPr>
          <a:xfrm>
            <a:off x="55029" y="2857500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User Query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4B30D98-C498-4BAB-84D1-31A3E7063DE7}"/>
              </a:ext>
            </a:extLst>
          </p:cNvPr>
          <p:cNvSpPr/>
          <p:nvPr/>
        </p:nvSpPr>
        <p:spPr>
          <a:xfrm>
            <a:off x="1438059" y="2845852"/>
            <a:ext cx="1197864" cy="544068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Query Re-writing</a:t>
            </a:r>
          </a:p>
          <a:p>
            <a:pPr algn="ctr"/>
            <a:r>
              <a:rPr lang="en-US" altLang="ko-KR" sz="7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&amp;</a:t>
            </a:r>
          </a:p>
          <a:p>
            <a:pPr algn="ctr"/>
            <a:r>
              <a:rPr lang="en-US" altLang="ko-KR" sz="7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Intent Classification</a:t>
            </a:r>
          </a:p>
        </p:txBody>
      </p:sp>
      <p:sp>
        <p:nvSpPr>
          <p:cNvPr id="12" name="순서도: 문서 11">
            <a:extLst>
              <a:ext uri="{FF2B5EF4-FFF2-40B4-BE49-F238E27FC236}">
                <a16:creationId xmlns:a16="http://schemas.microsoft.com/office/drawing/2014/main" id="{81BFC99E-71A5-496B-854C-0A6BAED7D61D}"/>
              </a:ext>
            </a:extLst>
          </p:cNvPr>
          <p:cNvSpPr/>
          <p:nvPr/>
        </p:nvSpPr>
        <p:spPr>
          <a:xfrm>
            <a:off x="2810481" y="2857500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Re-written 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Query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순서도: 자기 디스크 25">
            <a:extLst>
              <a:ext uri="{FF2B5EF4-FFF2-40B4-BE49-F238E27FC236}">
                <a16:creationId xmlns:a16="http://schemas.microsoft.com/office/drawing/2014/main" id="{E6B8FA6A-5EE4-49AC-9758-1470308B94B9}"/>
              </a:ext>
            </a:extLst>
          </p:cNvPr>
          <p:cNvSpPr/>
          <p:nvPr/>
        </p:nvSpPr>
        <p:spPr>
          <a:xfrm>
            <a:off x="2700248" y="3756831"/>
            <a:ext cx="1197864" cy="521208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Resolution Vector DB</a:t>
            </a:r>
            <a:endParaRPr lang="ko-KR" altLang="en-US" sz="1100" dirty="0"/>
          </a:p>
        </p:txBody>
      </p:sp>
      <p:sp>
        <p:nvSpPr>
          <p:cNvPr id="27" name="순서도: 자기 디스크 26">
            <a:extLst>
              <a:ext uri="{FF2B5EF4-FFF2-40B4-BE49-F238E27FC236}">
                <a16:creationId xmlns:a16="http://schemas.microsoft.com/office/drawing/2014/main" id="{3BF2F7DA-815F-4A9D-BA27-B4A59354A808}"/>
              </a:ext>
            </a:extLst>
          </p:cNvPr>
          <p:cNvSpPr/>
          <p:nvPr/>
        </p:nvSpPr>
        <p:spPr>
          <a:xfrm>
            <a:off x="2700248" y="4444100"/>
            <a:ext cx="1197864" cy="521208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User Scenario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Vector DB</a:t>
            </a:r>
            <a:endParaRPr lang="ko-KR" altLang="en-US" sz="1100" dirty="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1FA927B-0CAF-45A9-A496-78B6D57D028D}"/>
              </a:ext>
            </a:extLst>
          </p:cNvPr>
          <p:cNvSpPr/>
          <p:nvPr/>
        </p:nvSpPr>
        <p:spPr>
          <a:xfrm>
            <a:off x="7749016" y="3615407"/>
            <a:ext cx="1197864" cy="621792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Ontology-aware</a:t>
            </a: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Re-Ranking</a:t>
            </a:r>
            <a:endParaRPr lang="ko-KR" altLang="en-US" sz="105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CB3BA162-6259-4353-8BCE-0DCD697DABF7}"/>
              </a:ext>
            </a:extLst>
          </p:cNvPr>
          <p:cNvSpPr/>
          <p:nvPr/>
        </p:nvSpPr>
        <p:spPr>
          <a:xfrm>
            <a:off x="7758853" y="4336776"/>
            <a:ext cx="1197864" cy="621792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Relevance</a:t>
            </a: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Filtering</a:t>
            </a:r>
            <a:endParaRPr lang="ko-KR" altLang="en-US" sz="105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94DA81A-8866-4623-A306-265EB9ECF491}"/>
              </a:ext>
            </a:extLst>
          </p:cNvPr>
          <p:cNvSpPr/>
          <p:nvPr/>
        </p:nvSpPr>
        <p:spPr>
          <a:xfrm>
            <a:off x="9227855" y="2516532"/>
            <a:ext cx="1466850" cy="766879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Structured Context Merge </a:t>
            </a: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&amp;</a:t>
            </a: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Report Generation</a:t>
            </a:r>
            <a:endParaRPr lang="ko-KR" altLang="en-US" sz="105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ACD17F0-D7C0-4E39-9B6A-01E6EF77393D}"/>
              </a:ext>
            </a:extLst>
          </p:cNvPr>
          <p:cNvSpPr/>
          <p:nvPr/>
        </p:nvSpPr>
        <p:spPr>
          <a:xfrm>
            <a:off x="7692440" y="3500872"/>
            <a:ext cx="1304920" cy="158749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70668C0A-F8CD-4514-BF3A-291762033710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1252893" y="3117886"/>
            <a:ext cx="185166" cy="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7282D755-6767-49E2-9F79-80794C99720B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2635923" y="3117886"/>
            <a:ext cx="174558" cy="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두루마리 모양: 가로로 말림 91">
            <a:extLst>
              <a:ext uri="{FF2B5EF4-FFF2-40B4-BE49-F238E27FC236}">
                <a16:creationId xmlns:a16="http://schemas.microsoft.com/office/drawing/2014/main" id="{04CEB55E-5669-42A9-912D-EF060C25A842}"/>
              </a:ext>
            </a:extLst>
          </p:cNvPr>
          <p:cNvSpPr/>
          <p:nvPr/>
        </p:nvSpPr>
        <p:spPr>
          <a:xfrm>
            <a:off x="10900014" y="2523086"/>
            <a:ext cx="1197864" cy="749553"/>
          </a:xfrm>
          <a:prstGeom prst="horizontalScroll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Final 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Answer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D2094F-7B42-40DD-B922-5F1A537A563B}"/>
              </a:ext>
            </a:extLst>
          </p:cNvPr>
          <p:cNvSpPr txBox="1"/>
          <p:nvPr/>
        </p:nvSpPr>
        <p:spPr>
          <a:xfrm>
            <a:off x="376428" y="368300"/>
            <a:ext cx="3624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highlight>
                  <a:srgbClr val="00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전체 방법론 도식화</a:t>
            </a:r>
            <a:r>
              <a:rPr lang="en-US" altLang="ko-KR" b="1" dirty="0">
                <a:highlight>
                  <a:srgbClr val="00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(Ver. 2)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BDD1BB6-9938-4C58-8618-5C8602735FC2}"/>
              </a:ext>
            </a:extLst>
          </p:cNvPr>
          <p:cNvSpPr/>
          <p:nvPr/>
        </p:nvSpPr>
        <p:spPr>
          <a:xfrm>
            <a:off x="4200189" y="3159187"/>
            <a:ext cx="1820092" cy="2606613"/>
          </a:xfrm>
          <a:prstGeom prst="roundRect">
            <a:avLst/>
          </a:prstGeom>
          <a:noFill/>
          <a:ln>
            <a:solidFill>
              <a:srgbClr val="73AB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1297B86-0BF9-48C9-AD5A-C3E1D9C31B69}"/>
              </a:ext>
            </a:extLst>
          </p:cNvPr>
          <p:cNvSpPr txBox="1"/>
          <p:nvPr/>
        </p:nvSpPr>
        <p:spPr>
          <a:xfrm>
            <a:off x="4332013" y="3170400"/>
            <a:ext cx="15422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Arial Rounded MT Bold" panose="020F0704030504030204" pitchFamily="34" charset="0"/>
                <a:ea typeface="나눔고딕" panose="020D0604000000000000" pitchFamily="50" charset="-127"/>
              </a:rPr>
              <a:t>Internal Retrieval</a:t>
            </a:r>
          </a:p>
          <a:p>
            <a:pPr algn="ctr"/>
            <a:r>
              <a:rPr lang="en-US" altLang="ko-KR" sz="1200" dirty="0">
                <a:latin typeface="Arial Rounded MT Bold" panose="020F0704030504030204" pitchFamily="34" charset="0"/>
                <a:ea typeface="나눔고딕" panose="020D0604000000000000" pitchFamily="50" charset="-127"/>
              </a:rPr>
              <a:t>(BM25 + Dense)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7364D3B3-F8D5-484C-8345-070DC456A55E}"/>
              </a:ext>
            </a:extLst>
          </p:cNvPr>
          <p:cNvSpPr/>
          <p:nvPr/>
        </p:nvSpPr>
        <p:spPr>
          <a:xfrm>
            <a:off x="4423887" y="5245782"/>
            <a:ext cx="1358537" cy="201574"/>
          </a:xfrm>
          <a:prstGeom prst="roundRect">
            <a:avLst/>
          </a:prstGeom>
          <a:solidFill>
            <a:srgbClr val="73AB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Arial Rounded MT Bold" panose="020F0704030504030204" pitchFamily="34" charset="0"/>
              </a:rPr>
              <a:t>Ontology Mapping</a:t>
            </a:r>
            <a:endParaRPr lang="ko-KR" altLang="en-US" sz="1000" b="1" dirty="0">
              <a:latin typeface="Arial Rounded MT Bold" panose="020F0704030504030204" pitchFamily="34" charset="0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0249031C-905E-4B15-AADE-0B63AF04FEA6}"/>
              </a:ext>
            </a:extLst>
          </p:cNvPr>
          <p:cNvSpPr/>
          <p:nvPr/>
        </p:nvSpPr>
        <p:spPr>
          <a:xfrm>
            <a:off x="4423887" y="5447356"/>
            <a:ext cx="1358537" cy="201574"/>
          </a:xfrm>
          <a:prstGeom prst="roundRect">
            <a:avLst/>
          </a:prstGeom>
          <a:solidFill>
            <a:srgbClr val="A3C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Relation Analysis</a:t>
            </a:r>
            <a:endParaRPr lang="ko-KR" altLang="en-US" sz="9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4BE52C5-9F47-4455-96C8-6A4B6CB52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171" y="5223787"/>
            <a:ext cx="369630" cy="369630"/>
          </a:xfrm>
          <a:prstGeom prst="rect">
            <a:avLst/>
          </a:prstGeom>
        </p:spPr>
      </p:pic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C2B08194-CEC0-409C-994E-8B3DC4F5DEE7}"/>
              </a:ext>
            </a:extLst>
          </p:cNvPr>
          <p:cNvSpPr/>
          <p:nvPr/>
        </p:nvSpPr>
        <p:spPr>
          <a:xfrm>
            <a:off x="4200189" y="1253998"/>
            <a:ext cx="1820092" cy="1574321"/>
          </a:xfrm>
          <a:prstGeom prst="roundRect">
            <a:avLst/>
          </a:prstGeom>
          <a:noFill/>
          <a:ln>
            <a:solidFill>
              <a:srgbClr val="5683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E2FA6D7-6BB2-4EE1-A13B-CF006F488F92}"/>
              </a:ext>
            </a:extLst>
          </p:cNvPr>
          <p:cNvSpPr txBox="1"/>
          <p:nvPr/>
        </p:nvSpPr>
        <p:spPr>
          <a:xfrm>
            <a:off x="4266101" y="1253999"/>
            <a:ext cx="1688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Arial Rounded MT Bold" panose="020F0704030504030204" pitchFamily="34" charset="0"/>
                <a:ea typeface="나눔고딕" panose="020D0604000000000000" pitchFamily="50" charset="-127"/>
              </a:rPr>
              <a:t>External Knowledge </a:t>
            </a:r>
          </a:p>
          <a:p>
            <a:pPr algn="ctr"/>
            <a:r>
              <a:rPr lang="en-US" altLang="ko-KR" sz="1200" dirty="0">
                <a:latin typeface="Arial Rounded MT Bold" panose="020F0704030504030204" pitchFamily="34" charset="0"/>
                <a:ea typeface="나눔고딕" panose="020D0604000000000000" pitchFamily="50" charset="-127"/>
              </a:rPr>
              <a:t>(MCP)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0C6C0BF9-6FD6-4215-BA75-598863D7FD48}"/>
              </a:ext>
            </a:extLst>
          </p:cNvPr>
          <p:cNvSpPr/>
          <p:nvPr/>
        </p:nvSpPr>
        <p:spPr>
          <a:xfrm>
            <a:off x="4545578" y="1800129"/>
            <a:ext cx="1358537" cy="252862"/>
          </a:xfrm>
          <a:prstGeom prst="roundRect">
            <a:avLst/>
          </a:prstGeom>
          <a:solidFill>
            <a:srgbClr val="56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법령 정보</a:t>
            </a: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92AAC902-79C3-49B6-8F89-1666A79F2D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343" y="1796165"/>
            <a:ext cx="273881" cy="273881"/>
          </a:xfrm>
          <a:prstGeom prst="rect">
            <a:avLst/>
          </a:prstGeom>
        </p:spPr>
      </p:pic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51472EA6-8091-4CCE-9C5E-61445FA9FA88}"/>
              </a:ext>
            </a:extLst>
          </p:cNvPr>
          <p:cNvSpPr/>
          <p:nvPr/>
        </p:nvSpPr>
        <p:spPr>
          <a:xfrm>
            <a:off x="4545578" y="2142322"/>
            <a:ext cx="1358537" cy="252862"/>
          </a:xfrm>
          <a:prstGeom prst="roundRect">
            <a:avLst/>
          </a:prstGeom>
          <a:solidFill>
            <a:srgbClr val="56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판례 정보</a:t>
            </a:r>
          </a:p>
        </p:txBody>
      </p:sp>
      <p:pic>
        <p:nvPicPr>
          <p:cNvPr id="101" name="그림 100">
            <a:extLst>
              <a:ext uri="{FF2B5EF4-FFF2-40B4-BE49-F238E27FC236}">
                <a16:creationId xmlns:a16="http://schemas.microsoft.com/office/drawing/2014/main" id="{5C3552FB-A023-4F24-920E-BC98D013E7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343" y="2138358"/>
            <a:ext cx="273881" cy="273881"/>
          </a:xfrm>
          <a:prstGeom prst="rect">
            <a:avLst/>
          </a:prstGeom>
        </p:spPr>
      </p:pic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C7D2DDC6-33B5-4509-92E6-7707F5A4A17E}"/>
              </a:ext>
            </a:extLst>
          </p:cNvPr>
          <p:cNvSpPr/>
          <p:nvPr/>
        </p:nvSpPr>
        <p:spPr>
          <a:xfrm>
            <a:off x="4545578" y="2465882"/>
            <a:ext cx="1358537" cy="252862"/>
          </a:xfrm>
          <a:prstGeom prst="roundRect">
            <a:avLst/>
          </a:prstGeom>
          <a:solidFill>
            <a:srgbClr val="56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공정위 결정문 자료</a:t>
            </a:r>
          </a:p>
        </p:txBody>
      </p:sp>
      <p:pic>
        <p:nvPicPr>
          <p:cNvPr id="103" name="그림 102">
            <a:extLst>
              <a:ext uri="{FF2B5EF4-FFF2-40B4-BE49-F238E27FC236}">
                <a16:creationId xmlns:a16="http://schemas.microsoft.com/office/drawing/2014/main" id="{561D62A4-F34C-4AE6-AE94-48369DD873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343" y="2461918"/>
            <a:ext cx="273881" cy="273881"/>
          </a:xfrm>
          <a:prstGeom prst="rect">
            <a:avLst/>
          </a:prstGeom>
        </p:spPr>
      </p:pic>
      <p:pic>
        <p:nvPicPr>
          <p:cNvPr id="104" name="그림 103">
            <a:extLst>
              <a:ext uri="{FF2B5EF4-FFF2-40B4-BE49-F238E27FC236}">
                <a16:creationId xmlns:a16="http://schemas.microsoft.com/office/drawing/2014/main" id="{64A1D49E-9B71-4192-9D60-842D76A2D7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960" y="2600569"/>
            <a:ext cx="234969" cy="234969"/>
          </a:xfrm>
          <a:prstGeom prst="rect">
            <a:avLst/>
          </a:prstGeom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4C920CE9-2000-4A4E-88C7-C82F5C289F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283" y="1008031"/>
            <a:ext cx="234969" cy="234969"/>
          </a:xfrm>
          <a:prstGeom prst="rect">
            <a:avLst/>
          </a:prstGeom>
        </p:spPr>
      </p:pic>
      <p:grpSp>
        <p:nvGrpSpPr>
          <p:cNvPr id="59" name="그룹 58">
            <a:extLst>
              <a:ext uri="{FF2B5EF4-FFF2-40B4-BE49-F238E27FC236}">
                <a16:creationId xmlns:a16="http://schemas.microsoft.com/office/drawing/2014/main" id="{F8FF894A-B040-47F5-A6DA-D6BB451DF261}"/>
              </a:ext>
            </a:extLst>
          </p:cNvPr>
          <p:cNvGrpSpPr/>
          <p:nvPr/>
        </p:nvGrpSpPr>
        <p:grpSpPr>
          <a:xfrm>
            <a:off x="6175603" y="1666361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70" name="순서도: 문서 69">
              <a:extLst>
                <a:ext uri="{FF2B5EF4-FFF2-40B4-BE49-F238E27FC236}">
                  <a16:creationId xmlns:a16="http://schemas.microsoft.com/office/drawing/2014/main" id="{98FA3896-9FEC-4E6D-828D-86B5C38F46AC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71" name="순서도: 문서 70">
              <a:extLst>
                <a:ext uri="{FF2B5EF4-FFF2-40B4-BE49-F238E27FC236}">
                  <a16:creationId xmlns:a16="http://schemas.microsoft.com/office/drawing/2014/main" id="{040F8336-A9C5-46FC-B02F-D7468E73681B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72" name="순서도: 문서 71">
              <a:extLst>
                <a:ext uri="{FF2B5EF4-FFF2-40B4-BE49-F238E27FC236}">
                  <a16:creationId xmlns:a16="http://schemas.microsoft.com/office/drawing/2014/main" id="{EF570B42-C800-4DA5-8687-1FD02BEBBC83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External Evidence</a:t>
              </a:r>
              <a:endParaRPr lang="ko-KR" altLang="en-US" sz="11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C037A9CC-AA07-4750-BD82-820DA5F74E45}"/>
              </a:ext>
            </a:extLst>
          </p:cNvPr>
          <p:cNvGrpSpPr/>
          <p:nvPr/>
        </p:nvGrpSpPr>
        <p:grpSpPr>
          <a:xfrm>
            <a:off x="4424654" y="3633773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10" name="순서도: 문서 109">
              <a:extLst>
                <a:ext uri="{FF2B5EF4-FFF2-40B4-BE49-F238E27FC236}">
                  <a16:creationId xmlns:a16="http://schemas.microsoft.com/office/drawing/2014/main" id="{4B5ED781-7630-49A5-B07C-570975B57D4E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1" name="순서도: 문서 110">
              <a:extLst>
                <a:ext uri="{FF2B5EF4-FFF2-40B4-BE49-F238E27FC236}">
                  <a16:creationId xmlns:a16="http://schemas.microsoft.com/office/drawing/2014/main" id="{4C33A769-0CB0-4061-8104-2FE910D7338E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2" name="순서도: 문서 111">
              <a:extLst>
                <a:ext uri="{FF2B5EF4-FFF2-40B4-BE49-F238E27FC236}">
                  <a16:creationId xmlns:a16="http://schemas.microsoft.com/office/drawing/2014/main" id="{45EEEC03-634F-41E3-9D4A-F60A508FD5DB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1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8362992B-2A06-4424-B4BE-36B373CE0610}"/>
              </a:ext>
            </a:extLst>
          </p:cNvPr>
          <p:cNvGrpSpPr/>
          <p:nvPr/>
        </p:nvGrpSpPr>
        <p:grpSpPr>
          <a:xfrm>
            <a:off x="4424654" y="4327968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14" name="순서도: 문서 113">
              <a:extLst>
                <a:ext uri="{FF2B5EF4-FFF2-40B4-BE49-F238E27FC236}">
                  <a16:creationId xmlns:a16="http://schemas.microsoft.com/office/drawing/2014/main" id="{A357E6FF-7714-4795-9A9F-5EA36047AD29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5" name="순서도: 문서 114">
              <a:extLst>
                <a:ext uri="{FF2B5EF4-FFF2-40B4-BE49-F238E27FC236}">
                  <a16:creationId xmlns:a16="http://schemas.microsoft.com/office/drawing/2014/main" id="{7D77341A-773C-49FC-B38D-017225C4C207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6" name="순서도: 문서 115">
              <a:extLst>
                <a:ext uri="{FF2B5EF4-FFF2-40B4-BE49-F238E27FC236}">
                  <a16:creationId xmlns:a16="http://schemas.microsoft.com/office/drawing/2014/main" id="{BE4808A5-235A-40ED-B835-61C3936E28DD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User Scenario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1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11B69D11-34C1-4658-B650-40A75D54F92D}"/>
              </a:ext>
            </a:extLst>
          </p:cNvPr>
          <p:cNvCxnSpPr>
            <a:stCxn id="12" idx="3"/>
            <a:endCxn id="84" idx="1"/>
          </p:cNvCxnSpPr>
          <p:nvPr/>
        </p:nvCxnSpPr>
        <p:spPr>
          <a:xfrm flipV="1">
            <a:off x="4008345" y="2041159"/>
            <a:ext cx="191844" cy="107694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CB938C06-2476-4A29-A0EF-674EFA9DB34B}"/>
              </a:ext>
            </a:extLst>
          </p:cNvPr>
          <p:cNvCxnSpPr>
            <a:cxnSpLocks/>
            <a:stCxn id="12" idx="3"/>
            <a:endCxn id="28" idx="1"/>
          </p:cNvCxnSpPr>
          <p:nvPr/>
        </p:nvCxnSpPr>
        <p:spPr>
          <a:xfrm>
            <a:off x="4008345" y="3118104"/>
            <a:ext cx="191844" cy="13443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7" name="그림 116">
            <a:extLst>
              <a:ext uri="{FF2B5EF4-FFF2-40B4-BE49-F238E27FC236}">
                <a16:creationId xmlns:a16="http://schemas.microsoft.com/office/drawing/2014/main" id="{E6E57430-A9D6-44BD-9B2C-FE6C6AD487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275" y="3242924"/>
            <a:ext cx="234969" cy="234969"/>
          </a:xfrm>
          <a:prstGeom prst="rect">
            <a:avLst/>
          </a:prstGeom>
        </p:spPr>
      </p:pic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8545E124-5158-429D-9796-2FCE8DD9BACE}"/>
              </a:ext>
            </a:extLst>
          </p:cNvPr>
          <p:cNvCxnSpPr>
            <a:stCxn id="84" idx="3"/>
            <a:endCxn id="72" idx="1"/>
          </p:cNvCxnSpPr>
          <p:nvPr/>
        </p:nvCxnSpPr>
        <p:spPr>
          <a:xfrm>
            <a:off x="6020281" y="2041159"/>
            <a:ext cx="155322" cy="2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화살표: 아래쪽 131">
            <a:extLst>
              <a:ext uri="{FF2B5EF4-FFF2-40B4-BE49-F238E27FC236}">
                <a16:creationId xmlns:a16="http://schemas.microsoft.com/office/drawing/2014/main" id="{F56553A2-9C69-4709-8AEA-D449A449E47D}"/>
              </a:ext>
            </a:extLst>
          </p:cNvPr>
          <p:cNvSpPr/>
          <p:nvPr/>
        </p:nvSpPr>
        <p:spPr>
          <a:xfrm>
            <a:off x="4915501" y="4975403"/>
            <a:ext cx="389467" cy="201574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7" name="연결선: 꺾임 146">
            <a:extLst>
              <a:ext uri="{FF2B5EF4-FFF2-40B4-BE49-F238E27FC236}">
                <a16:creationId xmlns:a16="http://schemas.microsoft.com/office/drawing/2014/main" id="{59A1E24D-9BBF-4CCC-90D5-AFCA7B17D5D5}"/>
              </a:ext>
            </a:extLst>
          </p:cNvPr>
          <p:cNvCxnSpPr>
            <a:stCxn id="72" idx="3"/>
            <a:endCxn id="41" idx="1"/>
          </p:cNvCxnSpPr>
          <p:nvPr/>
        </p:nvCxnSpPr>
        <p:spPr>
          <a:xfrm>
            <a:off x="7373467" y="2043551"/>
            <a:ext cx="1854388" cy="856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76CE891F-CC18-478D-80D1-9F0784CBF1A7}"/>
              </a:ext>
            </a:extLst>
          </p:cNvPr>
          <p:cNvCxnSpPr>
            <a:stCxn id="41" idx="3"/>
            <a:endCxn id="92" idx="1"/>
          </p:cNvCxnSpPr>
          <p:nvPr/>
        </p:nvCxnSpPr>
        <p:spPr>
          <a:xfrm flipV="1">
            <a:off x="10694705" y="2897863"/>
            <a:ext cx="205309" cy="2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9" name="그림 158">
            <a:extLst>
              <a:ext uri="{FF2B5EF4-FFF2-40B4-BE49-F238E27FC236}">
                <a16:creationId xmlns:a16="http://schemas.microsoft.com/office/drawing/2014/main" id="{19A87EAE-A6A4-4ABC-947B-2D4950CB93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1873" y="2268791"/>
            <a:ext cx="234969" cy="234969"/>
          </a:xfrm>
          <a:prstGeom prst="rect">
            <a:avLst/>
          </a:prstGeom>
        </p:spPr>
      </p:pic>
      <p:pic>
        <p:nvPicPr>
          <p:cNvPr id="160" name="그림 159">
            <a:extLst>
              <a:ext uri="{FF2B5EF4-FFF2-40B4-BE49-F238E27FC236}">
                <a16:creationId xmlns:a16="http://schemas.microsoft.com/office/drawing/2014/main" id="{4D7ACD9F-B107-47B7-BA9D-DB566CA316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283" y="5010813"/>
            <a:ext cx="234969" cy="23496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D6D5A29-A3A9-4628-BA23-AA30637143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222" y="2921037"/>
            <a:ext cx="305108" cy="305108"/>
          </a:xfrm>
          <a:prstGeom prst="rect">
            <a:avLst/>
          </a:prstGeom>
        </p:spPr>
      </p:pic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8ABA97BF-D4B7-4051-969E-5F2F00AAA056}"/>
              </a:ext>
            </a:extLst>
          </p:cNvPr>
          <p:cNvCxnSpPr>
            <a:stCxn id="26" idx="4"/>
            <a:endCxn id="112" idx="1"/>
          </p:cNvCxnSpPr>
          <p:nvPr/>
        </p:nvCxnSpPr>
        <p:spPr>
          <a:xfrm flipV="1">
            <a:off x="3898112" y="4010963"/>
            <a:ext cx="526542" cy="647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직선 화살표 연결선 175">
            <a:extLst>
              <a:ext uri="{FF2B5EF4-FFF2-40B4-BE49-F238E27FC236}">
                <a16:creationId xmlns:a16="http://schemas.microsoft.com/office/drawing/2014/main" id="{EEDD75E1-F59C-4131-84A4-C3B3108F8368}"/>
              </a:ext>
            </a:extLst>
          </p:cNvPr>
          <p:cNvCxnSpPr>
            <a:stCxn id="27" idx="4"/>
            <a:endCxn id="116" idx="1"/>
          </p:cNvCxnSpPr>
          <p:nvPr/>
        </p:nvCxnSpPr>
        <p:spPr>
          <a:xfrm>
            <a:off x="3898112" y="4704704"/>
            <a:ext cx="526542" cy="45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692548B4-2896-421E-B14E-A199371F81AC}"/>
              </a:ext>
            </a:extLst>
          </p:cNvPr>
          <p:cNvGrpSpPr/>
          <p:nvPr/>
        </p:nvGrpSpPr>
        <p:grpSpPr>
          <a:xfrm>
            <a:off x="6177408" y="3633773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78" name="순서도: 문서 177">
              <a:extLst>
                <a:ext uri="{FF2B5EF4-FFF2-40B4-BE49-F238E27FC236}">
                  <a16:creationId xmlns:a16="http://schemas.microsoft.com/office/drawing/2014/main" id="{7D42E817-3F92-4E87-83E5-5D7B82FCE86E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79" name="순서도: 문서 178">
              <a:extLst>
                <a:ext uri="{FF2B5EF4-FFF2-40B4-BE49-F238E27FC236}">
                  <a16:creationId xmlns:a16="http://schemas.microsoft.com/office/drawing/2014/main" id="{755F0E2E-6EC0-4312-A36B-21B668CC932A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0" name="순서도: 문서 179">
              <a:extLst>
                <a:ext uri="{FF2B5EF4-FFF2-40B4-BE49-F238E27FC236}">
                  <a16:creationId xmlns:a16="http://schemas.microsoft.com/office/drawing/2014/main" id="{02077544-5F42-4677-AE5F-DD7A5FE4B628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 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w/ Ontology</a:t>
              </a:r>
            </a:p>
          </p:txBody>
        </p:sp>
      </p:grp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FA86093C-A902-45CB-8783-E7177077C8AD}"/>
              </a:ext>
            </a:extLst>
          </p:cNvPr>
          <p:cNvGrpSpPr/>
          <p:nvPr/>
        </p:nvGrpSpPr>
        <p:grpSpPr>
          <a:xfrm>
            <a:off x="6177408" y="4327968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82" name="순서도: 문서 181">
              <a:extLst>
                <a:ext uri="{FF2B5EF4-FFF2-40B4-BE49-F238E27FC236}">
                  <a16:creationId xmlns:a16="http://schemas.microsoft.com/office/drawing/2014/main" id="{5CE4C42E-1E79-4102-AFE0-12D4FBED34C2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3" name="순서도: 문서 182">
              <a:extLst>
                <a:ext uri="{FF2B5EF4-FFF2-40B4-BE49-F238E27FC236}">
                  <a16:creationId xmlns:a16="http://schemas.microsoft.com/office/drawing/2014/main" id="{12563119-C1CC-41E0-90DC-F992A3CAAE1E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4" name="순서도: 문서 183">
              <a:extLst>
                <a:ext uri="{FF2B5EF4-FFF2-40B4-BE49-F238E27FC236}">
                  <a16:creationId xmlns:a16="http://schemas.microsoft.com/office/drawing/2014/main" id="{0CCEA453-195C-4039-BA67-F4119EFD8157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User Scenario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w/ Ontology</a:t>
              </a:r>
            </a:p>
          </p:txBody>
        </p:sp>
      </p:grpSp>
      <p:cxnSp>
        <p:nvCxnSpPr>
          <p:cNvPr id="195" name="연결선: 꺾임 194">
            <a:extLst>
              <a:ext uri="{FF2B5EF4-FFF2-40B4-BE49-F238E27FC236}">
                <a16:creationId xmlns:a16="http://schemas.microsoft.com/office/drawing/2014/main" id="{0D2766F9-A856-4DF7-B460-A8F1E79C88F3}"/>
              </a:ext>
            </a:extLst>
          </p:cNvPr>
          <p:cNvCxnSpPr>
            <a:stCxn id="46" idx="3"/>
            <a:endCxn id="180" idx="1"/>
          </p:cNvCxnSpPr>
          <p:nvPr/>
        </p:nvCxnSpPr>
        <p:spPr>
          <a:xfrm flipV="1">
            <a:off x="5782424" y="4010963"/>
            <a:ext cx="394984" cy="1335606"/>
          </a:xfrm>
          <a:prstGeom prst="bentConnector3">
            <a:avLst>
              <a:gd name="adj1" fmla="val 7357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연결선: 꺾임 197">
            <a:extLst>
              <a:ext uri="{FF2B5EF4-FFF2-40B4-BE49-F238E27FC236}">
                <a16:creationId xmlns:a16="http://schemas.microsoft.com/office/drawing/2014/main" id="{31955808-BCD5-4C2B-98F1-8AE63BD1FD75}"/>
              </a:ext>
            </a:extLst>
          </p:cNvPr>
          <p:cNvCxnSpPr>
            <a:stCxn id="46" idx="3"/>
            <a:endCxn id="184" idx="1"/>
          </p:cNvCxnSpPr>
          <p:nvPr/>
        </p:nvCxnSpPr>
        <p:spPr>
          <a:xfrm flipV="1">
            <a:off x="5782424" y="4705158"/>
            <a:ext cx="394984" cy="641411"/>
          </a:xfrm>
          <a:prstGeom prst="bentConnector3">
            <a:avLst>
              <a:gd name="adj1" fmla="val 7357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0" name="그룹 199">
            <a:extLst>
              <a:ext uri="{FF2B5EF4-FFF2-40B4-BE49-F238E27FC236}">
                <a16:creationId xmlns:a16="http://schemas.microsoft.com/office/drawing/2014/main" id="{BF7B224E-AC79-405E-92CF-43BA5C3054A2}"/>
              </a:ext>
            </a:extLst>
          </p:cNvPr>
          <p:cNvGrpSpPr/>
          <p:nvPr/>
        </p:nvGrpSpPr>
        <p:grpSpPr>
          <a:xfrm>
            <a:off x="9290128" y="3633773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01" name="순서도: 문서 200">
              <a:extLst>
                <a:ext uri="{FF2B5EF4-FFF2-40B4-BE49-F238E27FC236}">
                  <a16:creationId xmlns:a16="http://schemas.microsoft.com/office/drawing/2014/main" id="{86D42859-9464-4558-B48B-8AECAE30CEA5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2" name="순서도: 문서 201">
              <a:extLst>
                <a:ext uri="{FF2B5EF4-FFF2-40B4-BE49-F238E27FC236}">
                  <a16:creationId xmlns:a16="http://schemas.microsoft.com/office/drawing/2014/main" id="{D7F480BD-E37B-40AC-B1CE-5CB059BADF75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3" name="순서도: 문서 202">
              <a:extLst>
                <a:ext uri="{FF2B5EF4-FFF2-40B4-BE49-F238E27FC236}">
                  <a16:creationId xmlns:a16="http://schemas.microsoft.com/office/drawing/2014/main" id="{B4921668-6439-434F-8774-5A1670A9EC08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</a:p>
          </p:txBody>
        </p:sp>
      </p:grpSp>
      <p:grpSp>
        <p:nvGrpSpPr>
          <p:cNvPr id="204" name="그룹 203">
            <a:extLst>
              <a:ext uri="{FF2B5EF4-FFF2-40B4-BE49-F238E27FC236}">
                <a16:creationId xmlns:a16="http://schemas.microsoft.com/office/drawing/2014/main" id="{B9767B69-D53D-497C-A4B2-C02B59AD8662}"/>
              </a:ext>
            </a:extLst>
          </p:cNvPr>
          <p:cNvGrpSpPr/>
          <p:nvPr/>
        </p:nvGrpSpPr>
        <p:grpSpPr>
          <a:xfrm>
            <a:off x="9290128" y="4327968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05" name="순서도: 문서 204">
              <a:extLst>
                <a:ext uri="{FF2B5EF4-FFF2-40B4-BE49-F238E27FC236}">
                  <a16:creationId xmlns:a16="http://schemas.microsoft.com/office/drawing/2014/main" id="{454115E6-8E8B-4B6D-BEA1-2442C3C7DBAC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6" name="순서도: 문서 205">
              <a:extLst>
                <a:ext uri="{FF2B5EF4-FFF2-40B4-BE49-F238E27FC236}">
                  <a16:creationId xmlns:a16="http://schemas.microsoft.com/office/drawing/2014/main" id="{957796A2-06D3-4461-A5AF-6D939CEFB53A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7" name="순서도: 문서 206">
              <a:extLst>
                <a:ext uri="{FF2B5EF4-FFF2-40B4-BE49-F238E27FC236}">
                  <a16:creationId xmlns:a16="http://schemas.microsoft.com/office/drawing/2014/main" id="{571D0659-65F9-4AD2-A01E-B9745187A19E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User Scenario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</a:p>
          </p:txBody>
        </p:sp>
      </p:grpSp>
      <p:cxnSp>
        <p:nvCxnSpPr>
          <p:cNvPr id="214" name="직선 화살표 연결선 213">
            <a:extLst>
              <a:ext uri="{FF2B5EF4-FFF2-40B4-BE49-F238E27FC236}">
                <a16:creationId xmlns:a16="http://schemas.microsoft.com/office/drawing/2014/main" id="{83F38D99-3BFD-4196-AF5D-3DC653292405}"/>
              </a:ext>
            </a:extLst>
          </p:cNvPr>
          <p:cNvCxnSpPr>
            <a:cxnSpLocks/>
          </p:cNvCxnSpPr>
          <p:nvPr/>
        </p:nvCxnSpPr>
        <p:spPr>
          <a:xfrm>
            <a:off x="8997360" y="4293267"/>
            <a:ext cx="2296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7BDFD0D2-2C50-4FCA-994F-CCB562A457D4}"/>
              </a:ext>
            </a:extLst>
          </p:cNvPr>
          <p:cNvSpPr/>
          <p:nvPr/>
        </p:nvSpPr>
        <p:spPr>
          <a:xfrm>
            <a:off x="9227047" y="3500872"/>
            <a:ext cx="1466850" cy="158749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2" name="연결선: 꺾임 221">
            <a:extLst>
              <a:ext uri="{FF2B5EF4-FFF2-40B4-BE49-F238E27FC236}">
                <a16:creationId xmlns:a16="http://schemas.microsoft.com/office/drawing/2014/main" id="{07441A7F-B7F9-44AE-90A4-C72D29FFBF81}"/>
              </a:ext>
            </a:extLst>
          </p:cNvPr>
          <p:cNvCxnSpPr>
            <a:stCxn id="184" idx="3"/>
            <a:endCxn id="43" idx="1"/>
          </p:cNvCxnSpPr>
          <p:nvPr/>
        </p:nvCxnSpPr>
        <p:spPr>
          <a:xfrm flipV="1">
            <a:off x="7375272" y="4294620"/>
            <a:ext cx="317168" cy="410538"/>
          </a:xfrm>
          <a:prstGeom prst="bentConnector3">
            <a:avLst>
              <a:gd name="adj1" fmla="val 6067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5" name="연결선: 꺾임 224">
            <a:extLst>
              <a:ext uri="{FF2B5EF4-FFF2-40B4-BE49-F238E27FC236}">
                <a16:creationId xmlns:a16="http://schemas.microsoft.com/office/drawing/2014/main" id="{D8AB4B46-8FD8-4861-BB5B-6FDD5873B7D1}"/>
              </a:ext>
            </a:extLst>
          </p:cNvPr>
          <p:cNvCxnSpPr>
            <a:cxnSpLocks/>
            <a:stCxn id="180" idx="3"/>
            <a:endCxn id="43" idx="1"/>
          </p:cNvCxnSpPr>
          <p:nvPr/>
        </p:nvCxnSpPr>
        <p:spPr>
          <a:xfrm>
            <a:off x="7375272" y="4010963"/>
            <a:ext cx="317168" cy="283657"/>
          </a:xfrm>
          <a:prstGeom prst="bentConnector3">
            <a:avLst>
              <a:gd name="adj1" fmla="val 6067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0" name="직선 화살표 연결선 229">
            <a:extLst>
              <a:ext uri="{FF2B5EF4-FFF2-40B4-BE49-F238E27FC236}">
                <a16:creationId xmlns:a16="http://schemas.microsoft.com/office/drawing/2014/main" id="{5E342091-5B1B-42DF-8270-F07E62827ED4}"/>
              </a:ext>
            </a:extLst>
          </p:cNvPr>
          <p:cNvCxnSpPr>
            <a:stCxn id="217" idx="0"/>
            <a:endCxn id="41" idx="2"/>
          </p:cNvCxnSpPr>
          <p:nvPr/>
        </p:nvCxnSpPr>
        <p:spPr>
          <a:xfrm flipV="1">
            <a:off x="9960472" y="3283411"/>
            <a:ext cx="808" cy="217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4" name="그림 233">
            <a:extLst>
              <a:ext uri="{FF2B5EF4-FFF2-40B4-BE49-F238E27FC236}">
                <a16:creationId xmlns:a16="http://schemas.microsoft.com/office/drawing/2014/main" id="{64F06F02-46B9-46C4-8CCE-C07F7DF8CE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2487" y="1037846"/>
            <a:ext cx="785204" cy="198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90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문서 6">
            <a:extLst>
              <a:ext uri="{FF2B5EF4-FFF2-40B4-BE49-F238E27FC236}">
                <a16:creationId xmlns:a16="http://schemas.microsoft.com/office/drawing/2014/main" id="{1D5FA811-B9CE-4A68-81BF-559D2F683197}"/>
              </a:ext>
            </a:extLst>
          </p:cNvPr>
          <p:cNvSpPr/>
          <p:nvPr/>
        </p:nvSpPr>
        <p:spPr>
          <a:xfrm>
            <a:off x="55029" y="2857500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User Query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4B30D98-C498-4BAB-84D1-31A3E7063DE7}"/>
              </a:ext>
            </a:extLst>
          </p:cNvPr>
          <p:cNvSpPr/>
          <p:nvPr/>
        </p:nvSpPr>
        <p:spPr>
          <a:xfrm>
            <a:off x="1438059" y="2845852"/>
            <a:ext cx="1197864" cy="544068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Query Re-writing</a:t>
            </a:r>
          </a:p>
          <a:p>
            <a:pPr algn="ctr"/>
            <a:r>
              <a:rPr lang="en-US" altLang="ko-KR" sz="7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&amp;</a:t>
            </a:r>
          </a:p>
          <a:p>
            <a:pPr algn="ctr"/>
            <a:r>
              <a:rPr lang="en-US" altLang="ko-KR" sz="7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Intent Classification</a:t>
            </a:r>
          </a:p>
        </p:txBody>
      </p:sp>
      <p:sp>
        <p:nvSpPr>
          <p:cNvPr id="12" name="순서도: 문서 11">
            <a:extLst>
              <a:ext uri="{FF2B5EF4-FFF2-40B4-BE49-F238E27FC236}">
                <a16:creationId xmlns:a16="http://schemas.microsoft.com/office/drawing/2014/main" id="{81BFC99E-71A5-496B-854C-0A6BAED7D61D}"/>
              </a:ext>
            </a:extLst>
          </p:cNvPr>
          <p:cNvSpPr/>
          <p:nvPr/>
        </p:nvSpPr>
        <p:spPr>
          <a:xfrm>
            <a:off x="2810481" y="2857500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Re-written 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Query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순서도: 자기 디스크 25">
            <a:extLst>
              <a:ext uri="{FF2B5EF4-FFF2-40B4-BE49-F238E27FC236}">
                <a16:creationId xmlns:a16="http://schemas.microsoft.com/office/drawing/2014/main" id="{E6B8FA6A-5EE4-49AC-9758-1470308B94B9}"/>
              </a:ext>
            </a:extLst>
          </p:cNvPr>
          <p:cNvSpPr/>
          <p:nvPr/>
        </p:nvSpPr>
        <p:spPr>
          <a:xfrm>
            <a:off x="2700248" y="3627527"/>
            <a:ext cx="1197864" cy="521208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User Scenario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DB</a:t>
            </a:r>
            <a:endParaRPr lang="ko-KR" altLang="en-US" sz="1100" dirty="0"/>
          </a:p>
        </p:txBody>
      </p:sp>
      <p:sp>
        <p:nvSpPr>
          <p:cNvPr id="27" name="순서도: 자기 디스크 26">
            <a:extLst>
              <a:ext uri="{FF2B5EF4-FFF2-40B4-BE49-F238E27FC236}">
                <a16:creationId xmlns:a16="http://schemas.microsoft.com/office/drawing/2014/main" id="{3BF2F7DA-815F-4A9D-BA27-B4A59354A808}"/>
              </a:ext>
            </a:extLst>
          </p:cNvPr>
          <p:cNvSpPr/>
          <p:nvPr/>
        </p:nvSpPr>
        <p:spPr>
          <a:xfrm>
            <a:off x="2700248" y="4314796"/>
            <a:ext cx="1197864" cy="521208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Resolution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Vector DB</a:t>
            </a:r>
            <a:endParaRPr lang="ko-KR" altLang="en-US" sz="1100" dirty="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1FA927B-0CAF-45A9-A496-78B6D57D028D}"/>
              </a:ext>
            </a:extLst>
          </p:cNvPr>
          <p:cNvSpPr/>
          <p:nvPr/>
        </p:nvSpPr>
        <p:spPr>
          <a:xfrm>
            <a:off x="7749016" y="3615407"/>
            <a:ext cx="1197864" cy="621792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Ontology-aware</a:t>
            </a: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Re-Ranking</a:t>
            </a:r>
            <a:endParaRPr lang="ko-KR" altLang="en-US" sz="105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CB3BA162-6259-4353-8BCE-0DCD697DABF7}"/>
              </a:ext>
            </a:extLst>
          </p:cNvPr>
          <p:cNvSpPr/>
          <p:nvPr/>
        </p:nvSpPr>
        <p:spPr>
          <a:xfrm>
            <a:off x="7758853" y="4336776"/>
            <a:ext cx="1197864" cy="621792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Relevance</a:t>
            </a: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Filtering</a:t>
            </a:r>
            <a:endParaRPr lang="ko-KR" altLang="en-US" sz="105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94DA81A-8866-4623-A306-265EB9ECF491}"/>
              </a:ext>
            </a:extLst>
          </p:cNvPr>
          <p:cNvSpPr/>
          <p:nvPr/>
        </p:nvSpPr>
        <p:spPr>
          <a:xfrm>
            <a:off x="9227855" y="2516532"/>
            <a:ext cx="1466850" cy="766879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Structured Context Merge </a:t>
            </a: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&amp;</a:t>
            </a: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Report Generation</a:t>
            </a:r>
            <a:endParaRPr lang="ko-KR" altLang="en-US" sz="105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ACD17F0-D7C0-4E39-9B6A-01E6EF77393D}"/>
              </a:ext>
            </a:extLst>
          </p:cNvPr>
          <p:cNvSpPr/>
          <p:nvPr/>
        </p:nvSpPr>
        <p:spPr>
          <a:xfrm>
            <a:off x="7692440" y="3500872"/>
            <a:ext cx="1304920" cy="158749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70668C0A-F8CD-4514-BF3A-291762033710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1252893" y="3117886"/>
            <a:ext cx="185166" cy="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7282D755-6767-49E2-9F79-80794C99720B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2635923" y="3117886"/>
            <a:ext cx="174558" cy="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두루마리 모양: 가로로 말림 91">
            <a:extLst>
              <a:ext uri="{FF2B5EF4-FFF2-40B4-BE49-F238E27FC236}">
                <a16:creationId xmlns:a16="http://schemas.microsoft.com/office/drawing/2014/main" id="{04CEB55E-5669-42A9-912D-EF060C25A842}"/>
              </a:ext>
            </a:extLst>
          </p:cNvPr>
          <p:cNvSpPr/>
          <p:nvPr/>
        </p:nvSpPr>
        <p:spPr>
          <a:xfrm>
            <a:off x="10900014" y="2523086"/>
            <a:ext cx="1197864" cy="749553"/>
          </a:xfrm>
          <a:prstGeom prst="horizontalScroll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Final 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Answer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D2094F-7B42-40DD-B922-5F1A537A563B}"/>
              </a:ext>
            </a:extLst>
          </p:cNvPr>
          <p:cNvSpPr txBox="1"/>
          <p:nvPr/>
        </p:nvSpPr>
        <p:spPr>
          <a:xfrm>
            <a:off x="376428" y="368300"/>
            <a:ext cx="3624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highlight>
                  <a:srgbClr val="00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전체 방법론 도식화</a:t>
            </a:r>
            <a:r>
              <a:rPr lang="en-US" altLang="ko-KR" b="1" dirty="0">
                <a:highlight>
                  <a:srgbClr val="00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(Ver. 3)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BDD1BB6-9938-4C58-8618-5C8602735FC2}"/>
              </a:ext>
            </a:extLst>
          </p:cNvPr>
          <p:cNvSpPr/>
          <p:nvPr/>
        </p:nvSpPr>
        <p:spPr>
          <a:xfrm>
            <a:off x="4200189" y="3159187"/>
            <a:ext cx="1820092" cy="2606613"/>
          </a:xfrm>
          <a:prstGeom prst="roundRect">
            <a:avLst/>
          </a:prstGeom>
          <a:noFill/>
          <a:ln>
            <a:solidFill>
              <a:srgbClr val="73AB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1297B86-0BF9-48C9-AD5A-C3E1D9C31B69}"/>
              </a:ext>
            </a:extLst>
          </p:cNvPr>
          <p:cNvSpPr txBox="1"/>
          <p:nvPr/>
        </p:nvSpPr>
        <p:spPr>
          <a:xfrm>
            <a:off x="4332013" y="3170400"/>
            <a:ext cx="15422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Arial Rounded MT Bold" panose="020F0704030504030204" pitchFamily="34" charset="0"/>
                <a:ea typeface="나눔고딕" panose="020D0604000000000000" pitchFamily="50" charset="-127"/>
              </a:rPr>
              <a:t>Internal Retrieval</a:t>
            </a:r>
          </a:p>
          <a:p>
            <a:pPr algn="ctr"/>
            <a:r>
              <a:rPr lang="en-US" altLang="ko-KR" sz="1200" dirty="0">
                <a:latin typeface="Arial Rounded MT Bold" panose="020F0704030504030204" pitchFamily="34" charset="0"/>
                <a:ea typeface="나눔고딕" panose="020D0604000000000000" pitchFamily="50" charset="-127"/>
              </a:rPr>
              <a:t>(BM25 + Dense)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7364D3B3-F8D5-484C-8345-070DC456A55E}"/>
              </a:ext>
            </a:extLst>
          </p:cNvPr>
          <p:cNvSpPr/>
          <p:nvPr/>
        </p:nvSpPr>
        <p:spPr>
          <a:xfrm>
            <a:off x="4423887" y="5245782"/>
            <a:ext cx="1358537" cy="201574"/>
          </a:xfrm>
          <a:prstGeom prst="roundRect">
            <a:avLst/>
          </a:prstGeom>
          <a:solidFill>
            <a:srgbClr val="73AB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Arial Rounded MT Bold" panose="020F0704030504030204" pitchFamily="34" charset="0"/>
              </a:rPr>
              <a:t>Ontology Mapping</a:t>
            </a:r>
            <a:endParaRPr lang="ko-KR" altLang="en-US" sz="1000" b="1" dirty="0">
              <a:latin typeface="Arial Rounded MT Bold" panose="020F0704030504030204" pitchFamily="34" charset="0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0249031C-905E-4B15-AADE-0B63AF04FEA6}"/>
              </a:ext>
            </a:extLst>
          </p:cNvPr>
          <p:cNvSpPr/>
          <p:nvPr/>
        </p:nvSpPr>
        <p:spPr>
          <a:xfrm>
            <a:off x="4423887" y="5447356"/>
            <a:ext cx="1358537" cy="201574"/>
          </a:xfrm>
          <a:prstGeom prst="roundRect">
            <a:avLst/>
          </a:prstGeom>
          <a:solidFill>
            <a:srgbClr val="A3CD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Relation Analysis</a:t>
            </a:r>
            <a:endParaRPr lang="ko-KR" altLang="en-US" sz="9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C2B08194-CEC0-409C-994E-8B3DC4F5DEE7}"/>
              </a:ext>
            </a:extLst>
          </p:cNvPr>
          <p:cNvSpPr/>
          <p:nvPr/>
        </p:nvSpPr>
        <p:spPr>
          <a:xfrm>
            <a:off x="4200189" y="1253998"/>
            <a:ext cx="1820092" cy="1574321"/>
          </a:xfrm>
          <a:prstGeom prst="roundRect">
            <a:avLst/>
          </a:prstGeom>
          <a:noFill/>
          <a:ln>
            <a:solidFill>
              <a:srgbClr val="5683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E2FA6D7-6BB2-4EE1-A13B-CF006F488F92}"/>
              </a:ext>
            </a:extLst>
          </p:cNvPr>
          <p:cNvSpPr txBox="1"/>
          <p:nvPr/>
        </p:nvSpPr>
        <p:spPr>
          <a:xfrm>
            <a:off x="4266101" y="1253999"/>
            <a:ext cx="1688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Arial Rounded MT Bold" panose="020F0704030504030204" pitchFamily="34" charset="0"/>
                <a:ea typeface="나눔고딕" panose="020D0604000000000000" pitchFamily="50" charset="-127"/>
              </a:rPr>
              <a:t>External Knowledge </a:t>
            </a:r>
          </a:p>
          <a:p>
            <a:pPr algn="ctr"/>
            <a:r>
              <a:rPr lang="en-US" altLang="ko-KR" sz="1200" dirty="0">
                <a:latin typeface="Arial Rounded MT Bold" panose="020F0704030504030204" pitchFamily="34" charset="0"/>
                <a:ea typeface="나눔고딕" panose="020D0604000000000000" pitchFamily="50" charset="-127"/>
              </a:rPr>
              <a:t>(MCP)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0C6C0BF9-6FD6-4215-BA75-598863D7FD48}"/>
              </a:ext>
            </a:extLst>
          </p:cNvPr>
          <p:cNvSpPr/>
          <p:nvPr/>
        </p:nvSpPr>
        <p:spPr>
          <a:xfrm>
            <a:off x="4545578" y="1800129"/>
            <a:ext cx="1358537" cy="252862"/>
          </a:xfrm>
          <a:prstGeom prst="roundRect">
            <a:avLst/>
          </a:prstGeom>
          <a:solidFill>
            <a:srgbClr val="56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법령 정보</a:t>
            </a: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92AAC902-79C3-49B6-8F89-1666A79F2D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343" y="1796165"/>
            <a:ext cx="273881" cy="273881"/>
          </a:xfrm>
          <a:prstGeom prst="rect">
            <a:avLst/>
          </a:prstGeom>
        </p:spPr>
      </p:pic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51472EA6-8091-4CCE-9C5E-61445FA9FA88}"/>
              </a:ext>
            </a:extLst>
          </p:cNvPr>
          <p:cNvSpPr/>
          <p:nvPr/>
        </p:nvSpPr>
        <p:spPr>
          <a:xfrm>
            <a:off x="4545578" y="2142322"/>
            <a:ext cx="1358537" cy="252862"/>
          </a:xfrm>
          <a:prstGeom prst="roundRect">
            <a:avLst/>
          </a:prstGeom>
          <a:solidFill>
            <a:srgbClr val="56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판례 정보</a:t>
            </a:r>
          </a:p>
        </p:txBody>
      </p:sp>
      <p:pic>
        <p:nvPicPr>
          <p:cNvPr id="101" name="그림 100">
            <a:extLst>
              <a:ext uri="{FF2B5EF4-FFF2-40B4-BE49-F238E27FC236}">
                <a16:creationId xmlns:a16="http://schemas.microsoft.com/office/drawing/2014/main" id="{5C3552FB-A023-4F24-920E-BC98D013E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343" y="2138358"/>
            <a:ext cx="273881" cy="273881"/>
          </a:xfrm>
          <a:prstGeom prst="rect">
            <a:avLst/>
          </a:prstGeom>
        </p:spPr>
      </p:pic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C7D2DDC6-33B5-4509-92E6-7707F5A4A17E}"/>
              </a:ext>
            </a:extLst>
          </p:cNvPr>
          <p:cNvSpPr/>
          <p:nvPr/>
        </p:nvSpPr>
        <p:spPr>
          <a:xfrm>
            <a:off x="4545578" y="2465882"/>
            <a:ext cx="1358537" cy="252862"/>
          </a:xfrm>
          <a:prstGeom prst="roundRect">
            <a:avLst/>
          </a:prstGeom>
          <a:solidFill>
            <a:srgbClr val="56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공정위 결정문 자료</a:t>
            </a:r>
          </a:p>
        </p:txBody>
      </p:sp>
      <p:pic>
        <p:nvPicPr>
          <p:cNvPr id="103" name="그림 102">
            <a:extLst>
              <a:ext uri="{FF2B5EF4-FFF2-40B4-BE49-F238E27FC236}">
                <a16:creationId xmlns:a16="http://schemas.microsoft.com/office/drawing/2014/main" id="{561D62A4-F34C-4AE6-AE94-48369DD873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343" y="2461918"/>
            <a:ext cx="273881" cy="273881"/>
          </a:xfrm>
          <a:prstGeom prst="rect">
            <a:avLst/>
          </a:prstGeom>
        </p:spPr>
      </p:pic>
      <p:pic>
        <p:nvPicPr>
          <p:cNvPr id="104" name="그림 103">
            <a:extLst>
              <a:ext uri="{FF2B5EF4-FFF2-40B4-BE49-F238E27FC236}">
                <a16:creationId xmlns:a16="http://schemas.microsoft.com/office/drawing/2014/main" id="{64A1D49E-9B71-4192-9D60-842D76A2D7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574" y="2601512"/>
            <a:ext cx="234969" cy="234969"/>
          </a:xfrm>
          <a:prstGeom prst="rect">
            <a:avLst/>
          </a:prstGeom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4C920CE9-2000-4A4E-88C7-C82F5C289F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283" y="1008031"/>
            <a:ext cx="234969" cy="234969"/>
          </a:xfrm>
          <a:prstGeom prst="rect">
            <a:avLst/>
          </a:prstGeom>
        </p:spPr>
      </p:pic>
      <p:grpSp>
        <p:nvGrpSpPr>
          <p:cNvPr id="59" name="그룹 58">
            <a:extLst>
              <a:ext uri="{FF2B5EF4-FFF2-40B4-BE49-F238E27FC236}">
                <a16:creationId xmlns:a16="http://schemas.microsoft.com/office/drawing/2014/main" id="{F8FF894A-B040-47F5-A6DA-D6BB451DF261}"/>
              </a:ext>
            </a:extLst>
          </p:cNvPr>
          <p:cNvGrpSpPr/>
          <p:nvPr/>
        </p:nvGrpSpPr>
        <p:grpSpPr>
          <a:xfrm>
            <a:off x="6175603" y="1666361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70" name="순서도: 문서 69">
              <a:extLst>
                <a:ext uri="{FF2B5EF4-FFF2-40B4-BE49-F238E27FC236}">
                  <a16:creationId xmlns:a16="http://schemas.microsoft.com/office/drawing/2014/main" id="{98FA3896-9FEC-4E6D-828D-86B5C38F46AC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71" name="순서도: 문서 70">
              <a:extLst>
                <a:ext uri="{FF2B5EF4-FFF2-40B4-BE49-F238E27FC236}">
                  <a16:creationId xmlns:a16="http://schemas.microsoft.com/office/drawing/2014/main" id="{040F8336-A9C5-46FC-B02F-D7468E73681B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72" name="순서도: 문서 71">
              <a:extLst>
                <a:ext uri="{FF2B5EF4-FFF2-40B4-BE49-F238E27FC236}">
                  <a16:creationId xmlns:a16="http://schemas.microsoft.com/office/drawing/2014/main" id="{EF570B42-C800-4DA5-8687-1FD02BEBBC83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External Evidence</a:t>
              </a:r>
              <a:endParaRPr lang="ko-KR" altLang="en-US" sz="11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C037A9CC-AA07-4750-BD82-820DA5F74E45}"/>
              </a:ext>
            </a:extLst>
          </p:cNvPr>
          <p:cNvGrpSpPr/>
          <p:nvPr/>
        </p:nvGrpSpPr>
        <p:grpSpPr>
          <a:xfrm>
            <a:off x="4424654" y="3633773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10" name="순서도: 문서 109">
              <a:extLst>
                <a:ext uri="{FF2B5EF4-FFF2-40B4-BE49-F238E27FC236}">
                  <a16:creationId xmlns:a16="http://schemas.microsoft.com/office/drawing/2014/main" id="{4B5ED781-7630-49A5-B07C-570975B57D4E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1" name="순서도: 문서 110">
              <a:extLst>
                <a:ext uri="{FF2B5EF4-FFF2-40B4-BE49-F238E27FC236}">
                  <a16:creationId xmlns:a16="http://schemas.microsoft.com/office/drawing/2014/main" id="{4C33A769-0CB0-4061-8104-2FE910D7338E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2" name="순서도: 문서 111">
              <a:extLst>
                <a:ext uri="{FF2B5EF4-FFF2-40B4-BE49-F238E27FC236}">
                  <a16:creationId xmlns:a16="http://schemas.microsoft.com/office/drawing/2014/main" id="{45EEEC03-634F-41E3-9D4A-F60A508FD5DB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User Scenario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1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8362992B-2A06-4424-B4BE-36B373CE0610}"/>
              </a:ext>
            </a:extLst>
          </p:cNvPr>
          <p:cNvGrpSpPr/>
          <p:nvPr/>
        </p:nvGrpSpPr>
        <p:grpSpPr>
          <a:xfrm>
            <a:off x="4424654" y="4327968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14" name="순서도: 문서 113">
              <a:extLst>
                <a:ext uri="{FF2B5EF4-FFF2-40B4-BE49-F238E27FC236}">
                  <a16:creationId xmlns:a16="http://schemas.microsoft.com/office/drawing/2014/main" id="{A357E6FF-7714-4795-9A9F-5EA36047AD29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5" name="순서도: 문서 114">
              <a:extLst>
                <a:ext uri="{FF2B5EF4-FFF2-40B4-BE49-F238E27FC236}">
                  <a16:creationId xmlns:a16="http://schemas.microsoft.com/office/drawing/2014/main" id="{7D77341A-773C-49FC-B38D-017225C4C207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6" name="순서도: 문서 115">
              <a:extLst>
                <a:ext uri="{FF2B5EF4-FFF2-40B4-BE49-F238E27FC236}">
                  <a16:creationId xmlns:a16="http://schemas.microsoft.com/office/drawing/2014/main" id="{BE4808A5-235A-40ED-B835-61C3936E28DD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1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11B69D11-34C1-4658-B650-40A75D54F92D}"/>
              </a:ext>
            </a:extLst>
          </p:cNvPr>
          <p:cNvCxnSpPr>
            <a:stCxn id="12" idx="3"/>
            <a:endCxn id="84" idx="1"/>
          </p:cNvCxnSpPr>
          <p:nvPr/>
        </p:nvCxnSpPr>
        <p:spPr>
          <a:xfrm flipV="1">
            <a:off x="4008345" y="2041159"/>
            <a:ext cx="191844" cy="107694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CB938C06-2476-4A29-A0EF-674EFA9DB34B}"/>
              </a:ext>
            </a:extLst>
          </p:cNvPr>
          <p:cNvCxnSpPr>
            <a:cxnSpLocks/>
            <a:stCxn id="12" idx="3"/>
            <a:endCxn id="28" idx="1"/>
          </p:cNvCxnSpPr>
          <p:nvPr/>
        </p:nvCxnSpPr>
        <p:spPr>
          <a:xfrm>
            <a:off x="4008345" y="3118104"/>
            <a:ext cx="191844" cy="13443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7" name="그림 116">
            <a:extLst>
              <a:ext uri="{FF2B5EF4-FFF2-40B4-BE49-F238E27FC236}">
                <a16:creationId xmlns:a16="http://schemas.microsoft.com/office/drawing/2014/main" id="{E6E57430-A9D6-44BD-9B2C-FE6C6AD487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5411" y="3243693"/>
            <a:ext cx="234969" cy="234969"/>
          </a:xfrm>
          <a:prstGeom prst="rect">
            <a:avLst/>
          </a:prstGeom>
        </p:spPr>
      </p:pic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8545E124-5158-429D-9796-2FCE8DD9BACE}"/>
              </a:ext>
            </a:extLst>
          </p:cNvPr>
          <p:cNvCxnSpPr>
            <a:stCxn id="84" idx="3"/>
            <a:endCxn id="72" idx="1"/>
          </p:cNvCxnSpPr>
          <p:nvPr/>
        </p:nvCxnSpPr>
        <p:spPr>
          <a:xfrm>
            <a:off x="6020281" y="2041159"/>
            <a:ext cx="155322" cy="2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화살표: 아래쪽 131">
            <a:extLst>
              <a:ext uri="{FF2B5EF4-FFF2-40B4-BE49-F238E27FC236}">
                <a16:creationId xmlns:a16="http://schemas.microsoft.com/office/drawing/2014/main" id="{F56553A2-9C69-4709-8AEA-D449A449E47D}"/>
              </a:ext>
            </a:extLst>
          </p:cNvPr>
          <p:cNvSpPr/>
          <p:nvPr/>
        </p:nvSpPr>
        <p:spPr>
          <a:xfrm>
            <a:off x="4915501" y="4975403"/>
            <a:ext cx="389467" cy="201574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7" name="연결선: 꺾임 146">
            <a:extLst>
              <a:ext uri="{FF2B5EF4-FFF2-40B4-BE49-F238E27FC236}">
                <a16:creationId xmlns:a16="http://schemas.microsoft.com/office/drawing/2014/main" id="{59A1E24D-9BBF-4CCC-90D5-AFCA7B17D5D5}"/>
              </a:ext>
            </a:extLst>
          </p:cNvPr>
          <p:cNvCxnSpPr>
            <a:stCxn id="72" idx="3"/>
            <a:endCxn id="41" idx="1"/>
          </p:cNvCxnSpPr>
          <p:nvPr/>
        </p:nvCxnSpPr>
        <p:spPr>
          <a:xfrm>
            <a:off x="7373467" y="2043551"/>
            <a:ext cx="1854388" cy="856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76CE891F-CC18-478D-80D1-9F0784CBF1A7}"/>
              </a:ext>
            </a:extLst>
          </p:cNvPr>
          <p:cNvCxnSpPr>
            <a:stCxn id="41" idx="3"/>
            <a:endCxn id="92" idx="1"/>
          </p:cNvCxnSpPr>
          <p:nvPr/>
        </p:nvCxnSpPr>
        <p:spPr>
          <a:xfrm flipV="1">
            <a:off x="10694705" y="2897863"/>
            <a:ext cx="205309" cy="2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9" name="그림 158">
            <a:extLst>
              <a:ext uri="{FF2B5EF4-FFF2-40B4-BE49-F238E27FC236}">
                <a16:creationId xmlns:a16="http://schemas.microsoft.com/office/drawing/2014/main" id="{19A87EAE-A6A4-4ABC-947B-2D4950CB9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1134" y="2268753"/>
            <a:ext cx="234969" cy="234969"/>
          </a:xfrm>
          <a:prstGeom prst="rect">
            <a:avLst/>
          </a:prstGeom>
        </p:spPr>
      </p:pic>
      <p:pic>
        <p:nvPicPr>
          <p:cNvPr id="160" name="그림 159">
            <a:extLst>
              <a:ext uri="{FF2B5EF4-FFF2-40B4-BE49-F238E27FC236}">
                <a16:creationId xmlns:a16="http://schemas.microsoft.com/office/drawing/2014/main" id="{4D7ACD9F-B107-47B7-BA9D-DB566CA316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5064" y="5010813"/>
            <a:ext cx="234969" cy="23496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D6D5A29-A3A9-4628-BA23-AA3063714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222" y="2921037"/>
            <a:ext cx="305108" cy="305108"/>
          </a:xfrm>
          <a:prstGeom prst="rect">
            <a:avLst/>
          </a:prstGeom>
        </p:spPr>
      </p:pic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8ABA97BF-D4B7-4051-969E-5F2F00AAA056}"/>
              </a:ext>
            </a:extLst>
          </p:cNvPr>
          <p:cNvCxnSpPr>
            <a:cxnSpLocks/>
            <a:stCxn id="26" idx="4"/>
          </p:cNvCxnSpPr>
          <p:nvPr/>
        </p:nvCxnSpPr>
        <p:spPr>
          <a:xfrm flipV="1">
            <a:off x="3898112" y="3881659"/>
            <a:ext cx="526542" cy="647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직선 화살표 연결선 175">
            <a:extLst>
              <a:ext uri="{FF2B5EF4-FFF2-40B4-BE49-F238E27FC236}">
                <a16:creationId xmlns:a16="http://schemas.microsoft.com/office/drawing/2014/main" id="{EEDD75E1-F59C-4131-84A4-C3B3108F8368}"/>
              </a:ext>
            </a:extLst>
          </p:cNvPr>
          <p:cNvCxnSpPr>
            <a:cxnSpLocks/>
            <a:stCxn id="27" idx="4"/>
          </p:cNvCxnSpPr>
          <p:nvPr/>
        </p:nvCxnSpPr>
        <p:spPr>
          <a:xfrm>
            <a:off x="3898112" y="4575400"/>
            <a:ext cx="526542" cy="45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692548B4-2896-421E-B14E-A199371F81AC}"/>
              </a:ext>
            </a:extLst>
          </p:cNvPr>
          <p:cNvGrpSpPr/>
          <p:nvPr/>
        </p:nvGrpSpPr>
        <p:grpSpPr>
          <a:xfrm>
            <a:off x="6177408" y="3633773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78" name="순서도: 문서 177">
              <a:extLst>
                <a:ext uri="{FF2B5EF4-FFF2-40B4-BE49-F238E27FC236}">
                  <a16:creationId xmlns:a16="http://schemas.microsoft.com/office/drawing/2014/main" id="{7D42E817-3F92-4E87-83E5-5D7B82FCE86E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79" name="순서도: 문서 178">
              <a:extLst>
                <a:ext uri="{FF2B5EF4-FFF2-40B4-BE49-F238E27FC236}">
                  <a16:creationId xmlns:a16="http://schemas.microsoft.com/office/drawing/2014/main" id="{755F0E2E-6EC0-4312-A36B-21B668CC932A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0" name="순서도: 문서 179">
              <a:extLst>
                <a:ext uri="{FF2B5EF4-FFF2-40B4-BE49-F238E27FC236}">
                  <a16:creationId xmlns:a16="http://schemas.microsoft.com/office/drawing/2014/main" id="{02077544-5F42-4677-AE5F-DD7A5FE4B628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 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w/ Ontology</a:t>
              </a:r>
            </a:p>
          </p:txBody>
        </p:sp>
      </p:grp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FA86093C-A902-45CB-8783-E7177077C8AD}"/>
              </a:ext>
            </a:extLst>
          </p:cNvPr>
          <p:cNvGrpSpPr/>
          <p:nvPr/>
        </p:nvGrpSpPr>
        <p:grpSpPr>
          <a:xfrm>
            <a:off x="6177408" y="4327968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82" name="순서도: 문서 181">
              <a:extLst>
                <a:ext uri="{FF2B5EF4-FFF2-40B4-BE49-F238E27FC236}">
                  <a16:creationId xmlns:a16="http://schemas.microsoft.com/office/drawing/2014/main" id="{5CE4C42E-1E79-4102-AFE0-12D4FBED34C2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3" name="순서도: 문서 182">
              <a:extLst>
                <a:ext uri="{FF2B5EF4-FFF2-40B4-BE49-F238E27FC236}">
                  <a16:creationId xmlns:a16="http://schemas.microsoft.com/office/drawing/2014/main" id="{12563119-C1CC-41E0-90DC-F992A3CAAE1E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4" name="순서도: 문서 183">
              <a:extLst>
                <a:ext uri="{FF2B5EF4-FFF2-40B4-BE49-F238E27FC236}">
                  <a16:creationId xmlns:a16="http://schemas.microsoft.com/office/drawing/2014/main" id="{0CCEA453-195C-4039-BA67-F4119EFD8157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User Scenario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w/ Ontology</a:t>
              </a:r>
            </a:p>
          </p:txBody>
        </p:sp>
      </p:grpSp>
      <p:cxnSp>
        <p:nvCxnSpPr>
          <p:cNvPr id="195" name="연결선: 꺾임 194">
            <a:extLst>
              <a:ext uri="{FF2B5EF4-FFF2-40B4-BE49-F238E27FC236}">
                <a16:creationId xmlns:a16="http://schemas.microsoft.com/office/drawing/2014/main" id="{0D2766F9-A856-4DF7-B460-A8F1E79C88F3}"/>
              </a:ext>
            </a:extLst>
          </p:cNvPr>
          <p:cNvCxnSpPr>
            <a:stCxn id="46" idx="3"/>
            <a:endCxn id="180" idx="1"/>
          </p:cNvCxnSpPr>
          <p:nvPr/>
        </p:nvCxnSpPr>
        <p:spPr>
          <a:xfrm flipV="1">
            <a:off x="5782424" y="4010963"/>
            <a:ext cx="394984" cy="1335606"/>
          </a:xfrm>
          <a:prstGeom prst="bentConnector3">
            <a:avLst>
              <a:gd name="adj1" fmla="val 7357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연결선: 꺾임 197">
            <a:extLst>
              <a:ext uri="{FF2B5EF4-FFF2-40B4-BE49-F238E27FC236}">
                <a16:creationId xmlns:a16="http://schemas.microsoft.com/office/drawing/2014/main" id="{31955808-BCD5-4C2B-98F1-8AE63BD1FD75}"/>
              </a:ext>
            </a:extLst>
          </p:cNvPr>
          <p:cNvCxnSpPr>
            <a:stCxn id="46" idx="3"/>
            <a:endCxn id="184" idx="1"/>
          </p:cNvCxnSpPr>
          <p:nvPr/>
        </p:nvCxnSpPr>
        <p:spPr>
          <a:xfrm flipV="1">
            <a:off x="5782424" y="4705158"/>
            <a:ext cx="394984" cy="641411"/>
          </a:xfrm>
          <a:prstGeom prst="bentConnector3">
            <a:avLst>
              <a:gd name="adj1" fmla="val 7357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0" name="그룹 199">
            <a:extLst>
              <a:ext uri="{FF2B5EF4-FFF2-40B4-BE49-F238E27FC236}">
                <a16:creationId xmlns:a16="http://schemas.microsoft.com/office/drawing/2014/main" id="{BF7B224E-AC79-405E-92CF-43BA5C3054A2}"/>
              </a:ext>
            </a:extLst>
          </p:cNvPr>
          <p:cNvGrpSpPr/>
          <p:nvPr/>
        </p:nvGrpSpPr>
        <p:grpSpPr>
          <a:xfrm>
            <a:off x="9290128" y="3633773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01" name="순서도: 문서 200">
              <a:extLst>
                <a:ext uri="{FF2B5EF4-FFF2-40B4-BE49-F238E27FC236}">
                  <a16:creationId xmlns:a16="http://schemas.microsoft.com/office/drawing/2014/main" id="{86D42859-9464-4558-B48B-8AECAE30CEA5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2" name="순서도: 문서 201">
              <a:extLst>
                <a:ext uri="{FF2B5EF4-FFF2-40B4-BE49-F238E27FC236}">
                  <a16:creationId xmlns:a16="http://schemas.microsoft.com/office/drawing/2014/main" id="{D7F480BD-E37B-40AC-B1CE-5CB059BADF75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3" name="순서도: 문서 202">
              <a:extLst>
                <a:ext uri="{FF2B5EF4-FFF2-40B4-BE49-F238E27FC236}">
                  <a16:creationId xmlns:a16="http://schemas.microsoft.com/office/drawing/2014/main" id="{B4921668-6439-434F-8774-5A1670A9EC08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</a:p>
          </p:txBody>
        </p:sp>
      </p:grpSp>
      <p:grpSp>
        <p:nvGrpSpPr>
          <p:cNvPr id="204" name="그룹 203">
            <a:extLst>
              <a:ext uri="{FF2B5EF4-FFF2-40B4-BE49-F238E27FC236}">
                <a16:creationId xmlns:a16="http://schemas.microsoft.com/office/drawing/2014/main" id="{B9767B69-D53D-497C-A4B2-C02B59AD8662}"/>
              </a:ext>
            </a:extLst>
          </p:cNvPr>
          <p:cNvGrpSpPr/>
          <p:nvPr/>
        </p:nvGrpSpPr>
        <p:grpSpPr>
          <a:xfrm>
            <a:off x="9290128" y="4327968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05" name="순서도: 문서 204">
              <a:extLst>
                <a:ext uri="{FF2B5EF4-FFF2-40B4-BE49-F238E27FC236}">
                  <a16:creationId xmlns:a16="http://schemas.microsoft.com/office/drawing/2014/main" id="{454115E6-8E8B-4B6D-BEA1-2442C3C7DBAC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6" name="순서도: 문서 205">
              <a:extLst>
                <a:ext uri="{FF2B5EF4-FFF2-40B4-BE49-F238E27FC236}">
                  <a16:creationId xmlns:a16="http://schemas.microsoft.com/office/drawing/2014/main" id="{957796A2-06D3-4461-A5AF-6D939CEFB53A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7" name="순서도: 문서 206">
              <a:extLst>
                <a:ext uri="{FF2B5EF4-FFF2-40B4-BE49-F238E27FC236}">
                  <a16:creationId xmlns:a16="http://schemas.microsoft.com/office/drawing/2014/main" id="{571D0659-65F9-4AD2-A01E-B9745187A19E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User Scenario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</a:p>
          </p:txBody>
        </p:sp>
      </p:grpSp>
      <p:cxnSp>
        <p:nvCxnSpPr>
          <p:cNvPr id="214" name="직선 화살표 연결선 213">
            <a:extLst>
              <a:ext uri="{FF2B5EF4-FFF2-40B4-BE49-F238E27FC236}">
                <a16:creationId xmlns:a16="http://schemas.microsoft.com/office/drawing/2014/main" id="{83F38D99-3BFD-4196-AF5D-3DC653292405}"/>
              </a:ext>
            </a:extLst>
          </p:cNvPr>
          <p:cNvCxnSpPr>
            <a:cxnSpLocks/>
          </p:cNvCxnSpPr>
          <p:nvPr/>
        </p:nvCxnSpPr>
        <p:spPr>
          <a:xfrm>
            <a:off x="8997360" y="4293267"/>
            <a:ext cx="2296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7BDFD0D2-2C50-4FCA-994F-CCB562A457D4}"/>
              </a:ext>
            </a:extLst>
          </p:cNvPr>
          <p:cNvSpPr/>
          <p:nvPr/>
        </p:nvSpPr>
        <p:spPr>
          <a:xfrm>
            <a:off x="9227047" y="3500872"/>
            <a:ext cx="1466850" cy="158749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2" name="연결선: 꺾임 221">
            <a:extLst>
              <a:ext uri="{FF2B5EF4-FFF2-40B4-BE49-F238E27FC236}">
                <a16:creationId xmlns:a16="http://schemas.microsoft.com/office/drawing/2014/main" id="{07441A7F-B7F9-44AE-90A4-C72D29FFBF81}"/>
              </a:ext>
            </a:extLst>
          </p:cNvPr>
          <p:cNvCxnSpPr>
            <a:stCxn id="184" idx="3"/>
            <a:endCxn id="43" idx="1"/>
          </p:cNvCxnSpPr>
          <p:nvPr/>
        </p:nvCxnSpPr>
        <p:spPr>
          <a:xfrm flipV="1">
            <a:off x="7375272" y="4294620"/>
            <a:ext cx="317168" cy="410538"/>
          </a:xfrm>
          <a:prstGeom prst="bentConnector3">
            <a:avLst>
              <a:gd name="adj1" fmla="val 6067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5" name="연결선: 꺾임 224">
            <a:extLst>
              <a:ext uri="{FF2B5EF4-FFF2-40B4-BE49-F238E27FC236}">
                <a16:creationId xmlns:a16="http://schemas.microsoft.com/office/drawing/2014/main" id="{D8AB4B46-8FD8-4861-BB5B-6FDD5873B7D1}"/>
              </a:ext>
            </a:extLst>
          </p:cNvPr>
          <p:cNvCxnSpPr>
            <a:cxnSpLocks/>
            <a:stCxn id="180" idx="3"/>
            <a:endCxn id="43" idx="1"/>
          </p:cNvCxnSpPr>
          <p:nvPr/>
        </p:nvCxnSpPr>
        <p:spPr>
          <a:xfrm>
            <a:off x="7375272" y="4010963"/>
            <a:ext cx="317168" cy="283657"/>
          </a:xfrm>
          <a:prstGeom prst="bentConnector3">
            <a:avLst>
              <a:gd name="adj1" fmla="val 6067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0" name="직선 화살표 연결선 229">
            <a:extLst>
              <a:ext uri="{FF2B5EF4-FFF2-40B4-BE49-F238E27FC236}">
                <a16:creationId xmlns:a16="http://schemas.microsoft.com/office/drawing/2014/main" id="{5E342091-5B1B-42DF-8270-F07E62827ED4}"/>
              </a:ext>
            </a:extLst>
          </p:cNvPr>
          <p:cNvCxnSpPr>
            <a:stCxn id="217" idx="0"/>
            <a:endCxn id="41" idx="2"/>
          </p:cNvCxnSpPr>
          <p:nvPr/>
        </p:nvCxnSpPr>
        <p:spPr>
          <a:xfrm flipV="1">
            <a:off x="9960472" y="3283411"/>
            <a:ext cx="808" cy="217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4" name="그림 233">
            <a:extLst>
              <a:ext uri="{FF2B5EF4-FFF2-40B4-BE49-F238E27FC236}">
                <a16:creationId xmlns:a16="http://schemas.microsoft.com/office/drawing/2014/main" id="{64F06F02-46B9-46C4-8CCE-C07F7DF8CE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2487" y="1037846"/>
            <a:ext cx="785204" cy="198412"/>
          </a:xfrm>
          <a:prstGeom prst="rect">
            <a:avLst/>
          </a:prstGeom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FA3BD4E1-1247-4DF6-8999-25C01B2AF68E}"/>
              </a:ext>
            </a:extLst>
          </p:cNvPr>
          <p:cNvSpPr/>
          <p:nvPr/>
        </p:nvSpPr>
        <p:spPr>
          <a:xfrm>
            <a:off x="1324617" y="2713282"/>
            <a:ext cx="288000" cy="28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Arial Rounded MT Bold" panose="020F0704030504030204" pitchFamily="34" charset="0"/>
              </a:rPr>
              <a:t>1</a:t>
            </a:r>
            <a:endParaRPr lang="ko-KR" alt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CFAABA20-73C3-4C0A-A7D0-5D06BE8DA486}"/>
              </a:ext>
            </a:extLst>
          </p:cNvPr>
          <p:cNvSpPr/>
          <p:nvPr/>
        </p:nvSpPr>
        <p:spPr>
          <a:xfrm>
            <a:off x="4090250" y="976634"/>
            <a:ext cx="288000" cy="28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Arial Rounded MT Bold" panose="020F0704030504030204" pitchFamily="34" charset="0"/>
              </a:rPr>
              <a:t>2</a:t>
            </a:r>
            <a:endParaRPr lang="ko-KR" alt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C91EE1E-132B-405D-8B8E-4E8B256D6137}"/>
              </a:ext>
            </a:extLst>
          </p:cNvPr>
          <p:cNvSpPr/>
          <p:nvPr/>
        </p:nvSpPr>
        <p:spPr>
          <a:xfrm>
            <a:off x="4090250" y="3167783"/>
            <a:ext cx="288000" cy="28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Arial Rounded MT Bold" panose="020F0704030504030204" pitchFamily="34" charset="0"/>
              </a:rPr>
              <a:t>3</a:t>
            </a:r>
            <a:endParaRPr lang="ko-KR" alt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40ADD8A2-E4F7-4106-97BE-FE93E327F503}"/>
              </a:ext>
            </a:extLst>
          </p:cNvPr>
          <p:cNvSpPr/>
          <p:nvPr/>
        </p:nvSpPr>
        <p:spPr>
          <a:xfrm>
            <a:off x="4285547" y="5108649"/>
            <a:ext cx="288000" cy="28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Arial Rounded MT Bold" panose="020F0704030504030204" pitchFamily="34" charset="0"/>
              </a:rPr>
              <a:t>4</a:t>
            </a:r>
            <a:endParaRPr lang="ko-KR" alt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F4BDB9E7-42A9-4284-A0CD-A5C658860000}"/>
              </a:ext>
            </a:extLst>
          </p:cNvPr>
          <p:cNvSpPr/>
          <p:nvPr/>
        </p:nvSpPr>
        <p:spPr>
          <a:xfrm>
            <a:off x="7552373" y="3324216"/>
            <a:ext cx="288000" cy="28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Arial Rounded MT Bold" panose="020F0704030504030204" pitchFamily="34" charset="0"/>
              </a:rPr>
              <a:t>5</a:t>
            </a:r>
            <a:endParaRPr lang="ko-KR" alt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F7F5041A-802E-49CC-BD45-044EC248ED1A}"/>
              </a:ext>
            </a:extLst>
          </p:cNvPr>
          <p:cNvSpPr/>
          <p:nvPr/>
        </p:nvSpPr>
        <p:spPr>
          <a:xfrm>
            <a:off x="9083134" y="2372532"/>
            <a:ext cx="288000" cy="28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Arial Rounded MT Bold" panose="020F0704030504030204" pitchFamily="34" charset="0"/>
              </a:rPr>
              <a:t>6</a:t>
            </a:r>
            <a:endParaRPr lang="ko-KR" alt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3" name="순서도: 준비 2">
            <a:extLst>
              <a:ext uri="{FF2B5EF4-FFF2-40B4-BE49-F238E27FC236}">
                <a16:creationId xmlns:a16="http://schemas.microsoft.com/office/drawing/2014/main" id="{650B1FC7-A5D8-474D-964B-EEAAC7F118AE}"/>
              </a:ext>
            </a:extLst>
          </p:cNvPr>
          <p:cNvSpPr/>
          <p:nvPr/>
        </p:nvSpPr>
        <p:spPr>
          <a:xfrm>
            <a:off x="2117328" y="5152944"/>
            <a:ext cx="1583053" cy="588823"/>
          </a:xfrm>
          <a:prstGeom prst="flowChartPreparation">
            <a:avLst/>
          </a:prstGeom>
          <a:solidFill>
            <a:srgbClr val="9588F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Resolution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Retriever</a:t>
            </a:r>
            <a:endParaRPr lang="ko-KR" altLang="en-US" sz="1100" dirty="0"/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49803AE8-C811-4D58-8A3E-65CDCD20ED23}"/>
              </a:ext>
            </a:extLst>
          </p:cNvPr>
          <p:cNvCxnSpPr>
            <a:stCxn id="3" idx="3"/>
            <a:endCxn id="116" idx="1"/>
          </p:cNvCxnSpPr>
          <p:nvPr/>
        </p:nvCxnSpPr>
        <p:spPr>
          <a:xfrm flipV="1">
            <a:off x="3700381" y="4705158"/>
            <a:ext cx="724273" cy="742198"/>
          </a:xfrm>
          <a:prstGeom prst="bentConnector3">
            <a:avLst>
              <a:gd name="adj1" fmla="val 5510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195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문서 6">
            <a:extLst>
              <a:ext uri="{FF2B5EF4-FFF2-40B4-BE49-F238E27FC236}">
                <a16:creationId xmlns:a16="http://schemas.microsoft.com/office/drawing/2014/main" id="{1D5FA811-B9CE-4A68-81BF-559D2F683197}"/>
              </a:ext>
            </a:extLst>
          </p:cNvPr>
          <p:cNvSpPr/>
          <p:nvPr/>
        </p:nvSpPr>
        <p:spPr>
          <a:xfrm>
            <a:off x="2969487" y="127875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User Query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4B30D98-C498-4BAB-84D1-31A3E7063DE7}"/>
              </a:ext>
            </a:extLst>
          </p:cNvPr>
          <p:cNvSpPr/>
          <p:nvPr/>
        </p:nvSpPr>
        <p:spPr>
          <a:xfrm>
            <a:off x="2969487" y="880339"/>
            <a:ext cx="1197864" cy="544068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Query Re-writing</a:t>
            </a:r>
          </a:p>
          <a:p>
            <a:pPr algn="ctr"/>
            <a:r>
              <a:rPr lang="en-US" altLang="ko-KR" sz="7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&amp;</a:t>
            </a:r>
          </a:p>
          <a:p>
            <a:pPr algn="ctr"/>
            <a:r>
              <a:rPr lang="en-US" altLang="ko-KR" sz="7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Intent Classification</a:t>
            </a:r>
          </a:p>
        </p:txBody>
      </p:sp>
      <p:sp>
        <p:nvSpPr>
          <p:cNvPr id="12" name="순서도: 문서 11">
            <a:extLst>
              <a:ext uri="{FF2B5EF4-FFF2-40B4-BE49-F238E27FC236}">
                <a16:creationId xmlns:a16="http://schemas.microsoft.com/office/drawing/2014/main" id="{81BFC99E-71A5-496B-854C-0A6BAED7D61D}"/>
              </a:ext>
            </a:extLst>
          </p:cNvPr>
          <p:cNvSpPr/>
          <p:nvPr/>
        </p:nvSpPr>
        <p:spPr>
          <a:xfrm>
            <a:off x="2968389" y="1655663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Re-written 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Query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순서도: 자기 디스크 25">
            <a:extLst>
              <a:ext uri="{FF2B5EF4-FFF2-40B4-BE49-F238E27FC236}">
                <a16:creationId xmlns:a16="http://schemas.microsoft.com/office/drawing/2014/main" id="{E6B8FA6A-5EE4-49AC-9758-1470308B94B9}"/>
              </a:ext>
            </a:extLst>
          </p:cNvPr>
          <p:cNvSpPr/>
          <p:nvPr/>
        </p:nvSpPr>
        <p:spPr>
          <a:xfrm>
            <a:off x="218230" y="3486286"/>
            <a:ext cx="1197864" cy="521208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  <a:latin typeface="Arial Rounded MT Bold" panose="020F0704030504030204" pitchFamily="34" charset="0"/>
              </a:rPr>
              <a:t>Resolution</a:t>
            </a:r>
          </a:p>
          <a:p>
            <a:pPr algn="ctr"/>
            <a:r>
              <a:rPr lang="en-US" altLang="ko-KR" sz="1100">
                <a:solidFill>
                  <a:schemeClr val="tx1"/>
                </a:solidFill>
                <a:latin typeface="Arial Rounded MT Bold" panose="020F0704030504030204" pitchFamily="34" charset="0"/>
              </a:rPr>
              <a:t>Vector DB</a:t>
            </a:r>
            <a:endParaRPr lang="ko-KR" altLang="en-US" sz="1100" dirty="0"/>
          </a:p>
        </p:txBody>
      </p:sp>
      <p:sp>
        <p:nvSpPr>
          <p:cNvPr id="27" name="순서도: 자기 디스크 26">
            <a:extLst>
              <a:ext uri="{FF2B5EF4-FFF2-40B4-BE49-F238E27FC236}">
                <a16:creationId xmlns:a16="http://schemas.microsoft.com/office/drawing/2014/main" id="{3BF2F7DA-815F-4A9D-BA27-B4A59354A808}"/>
              </a:ext>
            </a:extLst>
          </p:cNvPr>
          <p:cNvSpPr/>
          <p:nvPr/>
        </p:nvSpPr>
        <p:spPr>
          <a:xfrm>
            <a:off x="215745" y="4207501"/>
            <a:ext cx="1197864" cy="521208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User Scenario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DB</a:t>
            </a:r>
            <a:endParaRPr lang="ko-KR" altLang="en-US" sz="1100" dirty="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1FA927B-0CAF-45A9-A496-78B6D57D028D}"/>
              </a:ext>
            </a:extLst>
          </p:cNvPr>
          <p:cNvSpPr/>
          <p:nvPr/>
        </p:nvSpPr>
        <p:spPr>
          <a:xfrm>
            <a:off x="2532317" y="6109805"/>
            <a:ext cx="1197864" cy="621792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Re-Ranking</a:t>
            </a:r>
            <a:endParaRPr lang="ko-KR" altLang="en-US" sz="105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CB3BA162-6259-4353-8BCE-0DCD697DABF7}"/>
              </a:ext>
            </a:extLst>
          </p:cNvPr>
          <p:cNvSpPr/>
          <p:nvPr/>
        </p:nvSpPr>
        <p:spPr>
          <a:xfrm>
            <a:off x="1243276" y="6097881"/>
            <a:ext cx="1197864" cy="621792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Relevance</a:t>
            </a: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Filtering</a:t>
            </a:r>
            <a:endParaRPr lang="ko-KR" altLang="en-US" sz="105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ACD17F0-D7C0-4E39-9B6A-01E6EF77393D}"/>
              </a:ext>
            </a:extLst>
          </p:cNvPr>
          <p:cNvSpPr/>
          <p:nvPr/>
        </p:nvSpPr>
        <p:spPr>
          <a:xfrm>
            <a:off x="1189748" y="6030982"/>
            <a:ext cx="2616492" cy="76313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70668C0A-F8CD-4514-BF3A-291762033710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3568419" y="614625"/>
            <a:ext cx="0" cy="2657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7282D755-6767-49E2-9F79-80794C99720B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 flipH="1">
            <a:off x="3567321" y="1424407"/>
            <a:ext cx="1098" cy="231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두루마리 모양: 가로로 말림 91">
            <a:extLst>
              <a:ext uri="{FF2B5EF4-FFF2-40B4-BE49-F238E27FC236}">
                <a16:creationId xmlns:a16="http://schemas.microsoft.com/office/drawing/2014/main" id="{04CEB55E-5669-42A9-912D-EF060C25A842}"/>
              </a:ext>
            </a:extLst>
          </p:cNvPr>
          <p:cNvSpPr/>
          <p:nvPr/>
        </p:nvSpPr>
        <p:spPr>
          <a:xfrm>
            <a:off x="8485529" y="5563915"/>
            <a:ext cx="1197864" cy="749553"/>
          </a:xfrm>
          <a:prstGeom prst="horizontalScroll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Final 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Report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BDD1BB6-9938-4C58-8618-5C8602735FC2}"/>
              </a:ext>
            </a:extLst>
          </p:cNvPr>
          <p:cNvSpPr/>
          <p:nvPr/>
        </p:nvSpPr>
        <p:spPr>
          <a:xfrm>
            <a:off x="1644283" y="3027182"/>
            <a:ext cx="1820092" cy="1949177"/>
          </a:xfrm>
          <a:prstGeom prst="roundRect">
            <a:avLst/>
          </a:prstGeom>
          <a:noFill/>
          <a:ln>
            <a:solidFill>
              <a:srgbClr val="73AB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1297B86-0BF9-48C9-AD5A-C3E1D9C31B69}"/>
              </a:ext>
            </a:extLst>
          </p:cNvPr>
          <p:cNvSpPr txBox="1"/>
          <p:nvPr/>
        </p:nvSpPr>
        <p:spPr>
          <a:xfrm>
            <a:off x="1776107" y="3038395"/>
            <a:ext cx="15422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>
                <a:latin typeface="Arial Rounded MT Bold" panose="020F0704030504030204" pitchFamily="34" charset="0"/>
                <a:ea typeface="나눔고딕" panose="020D0604000000000000" pitchFamily="50" charset="-127"/>
              </a:rPr>
              <a:t>Internal Retrieval</a:t>
            </a:r>
            <a:endParaRPr lang="en-US" altLang="ko-KR" sz="1200" dirty="0">
              <a:latin typeface="Arial Rounded MT Bold" panose="020F0704030504030204" pitchFamily="34" charset="0"/>
              <a:ea typeface="나눔고딕" panose="020D0604000000000000" pitchFamily="50" charset="-127"/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C2B08194-CEC0-409C-994E-8B3DC4F5DEE7}"/>
              </a:ext>
            </a:extLst>
          </p:cNvPr>
          <p:cNvSpPr/>
          <p:nvPr/>
        </p:nvSpPr>
        <p:spPr>
          <a:xfrm>
            <a:off x="3711553" y="3027759"/>
            <a:ext cx="1820092" cy="1574321"/>
          </a:xfrm>
          <a:prstGeom prst="roundRect">
            <a:avLst/>
          </a:prstGeom>
          <a:noFill/>
          <a:ln>
            <a:solidFill>
              <a:srgbClr val="5683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E2FA6D7-6BB2-4EE1-A13B-CF006F488F92}"/>
              </a:ext>
            </a:extLst>
          </p:cNvPr>
          <p:cNvSpPr txBox="1"/>
          <p:nvPr/>
        </p:nvSpPr>
        <p:spPr>
          <a:xfrm>
            <a:off x="3777465" y="3027760"/>
            <a:ext cx="1688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>
                <a:latin typeface="Arial Rounded MT Bold" panose="020F0704030504030204" pitchFamily="34" charset="0"/>
                <a:ea typeface="나눔고딕" panose="020D0604000000000000" pitchFamily="50" charset="-127"/>
              </a:rPr>
              <a:t>External Knowledge </a:t>
            </a:r>
          </a:p>
          <a:p>
            <a:pPr algn="ctr"/>
            <a:r>
              <a:rPr lang="en-US" altLang="ko-KR" sz="1200">
                <a:latin typeface="Arial Rounded MT Bold" panose="020F0704030504030204" pitchFamily="34" charset="0"/>
                <a:ea typeface="나눔고딕" panose="020D0604000000000000" pitchFamily="50" charset="-127"/>
              </a:rPr>
              <a:t>                  (MCP)</a:t>
            </a:r>
            <a:endParaRPr lang="en-US" altLang="ko-KR" sz="1200" dirty="0">
              <a:latin typeface="Arial Rounded MT Bold" panose="020F0704030504030204" pitchFamily="34" charset="0"/>
              <a:ea typeface="나눔고딕" panose="020D0604000000000000" pitchFamily="50" charset="-127"/>
            </a:endParaRP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0C6C0BF9-6FD6-4215-BA75-598863D7FD48}"/>
              </a:ext>
            </a:extLst>
          </p:cNvPr>
          <p:cNvSpPr/>
          <p:nvPr/>
        </p:nvSpPr>
        <p:spPr>
          <a:xfrm>
            <a:off x="4056942" y="3573890"/>
            <a:ext cx="1358537" cy="252862"/>
          </a:xfrm>
          <a:prstGeom prst="roundRect">
            <a:avLst/>
          </a:prstGeom>
          <a:solidFill>
            <a:srgbClr val="56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법령 정보</a:t>
            </a: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92AAC902-79C3-49B6-8F89-1666A79F2D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707" y="3569926"/>
            <a:ext cx="273881" cy="273881"/>
          </a:xfrm>
          <a:prstGeom prst="rect">
            <a:avLst/>
          </a:prstGeom>
        </p:spPr>
      </p:pic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51472EA6-8091-4CCE-9C5E-61445FA9FA88}"/>
              </a:ext>
            </a:extLst>
          </p:cNvPr>
          <p:cNvSpPr/>
          <p:nvPr/>
        </p:nvSpPr>
        <p:spPr>
          <a:xfrm>
            <a:off x="4056942" y="3916083"/>
            <a:ext cx="1358537" cy="252862"/>
          </a:xfrm>
          <a:prstGeom prst="roundRect">
            <a:avLst/>
          </a:prstGeom>
          <a:solidFill>
            <a:srgbClr val="56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판례 정보</a:t>
            </a:r>
          </a:p>
        </p:txBody>
      </p:sp>
      <p:pic>
        <p:nvPicPr>
          <p:cNvPr id="101" name="그림 100">
            <a:extLst>
              <a:ext uri="{FF2B5EF4-FFF2-40B4-BE49-F238E27FC236}">
                <a16:creationId xmlns:a16="http://schemas.microsoft.com/office/drawing/2014/main" id="{5C3552FB-A023-4F24-920E-BC98D013E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707" y="3912119"/>
            <a:ext cx="273881" cy="273881"/>
          </a:xfrm>
          <a:prstGeom prst="rect">
            <a:avLst/>
          </a:prstGeom>
        </p:spPr>
      </p:pic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C7D2DDC6-33B5-4509-92E6-7707F5A4A17E}"/>
              </a:ext>
            </a:extLst>
          </p:cNvPr>
          <p:cNvSpPr/>
          <p:nvPr/>
        </p:nvSpPr>
        <p:spPr>
          <a:xfrm>
            <a:off x="4056942" y="4239643"/>
            <a:ext cx="1358537" cy="252862"/>
          </a:xfrm>
          <a:prstGeom prst="roundRect">
            <a:avLst/>
          </a:prstGeom>
          <a:solidFill>
            <a:srgbClr val="56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공정위 결정문 자료</a:t>
            </a:r>
          </a:p>
        </p:txBody>
      </p:sp>
      <p:pic>
        <p:nvPicPr>
          <p:cNvPr id="103" name="그림 102">
            <a:extLst>
              <a:ext uri="{FF2B5EF4-FFF2-40B4-BE49-F238E27FC236}">
                <a16:creationId xmlns:a16="http://schemas.microsoft.com/office/drawing/2014/main" id="{561D62A4-F34C-4AE6-AE94-48369DD873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707" y="4235679"/>
            <a:ext cx="273881" cy="273881"/>
          </a:xfrm>
          <a:prstGeom prst="rect">
            <a:avLst/>
          </a:prstGeom>
        </p:spPr>
      </p:pic>
      <p:grpSp>
        <p:nvGrpSpPr>
          <p:cNvPr id="59" name="그룹 58">
            <a:extLst>
              <a:ext uri="{FF2B5EF4-FFF2-40B4-BE49-F238E27FC236}">
                <a16:creationId xmlns:a16="http://schemas.microsoft.com/office/drawing/2014/main" id="{F8FF894A-B040-47F5-A6DA-D6BB451DF261}"/>
              </a:ext>
            </a:extLst>
          </p:cNvPr>
          <p:cNvGrpSpPr/>
          <p:nvPr/>
        </p:nvGrpSpPr>
        <p:grpSpPr>
          <a:xfrm>
            <a:off x="4018468" y="5254074"/>
            <a:ext cx="1342644" cy="637794"/>
            <a:chOff x="6296605" y="1809442"/>
            <a:chExt cx="1342644" cy="637794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70" name="순서도: 문서 69">
              <a:extLst>
                <a:ext uri="{FF2B5EF4-FFF2-40B4-BE49-F238E27FC236}">
                  <a16:creationId xmlns:a16="http://schemas.microsoft.com/office/drawing/2014/main" id="{98FA3896-9FEC-4E6D-828D-86B5C38F46AC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71" name="순서도: 문서 70">
              <a:extLst>
                <a:ext uri="{FF2B5EF4-FFF2-40B4-BE49-F238E27FC236}">
                  <a16:creationId xmlns:a16="http://schemas.microsoft.com/office/drawing/2014/main" id="{040F8336-A9C5-46FC-B02F-D7468E73681B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72" name="순서도: 문서 71">
              <a:extLst>
                <a:ext uri="{FF2B5EF4-FFF2-40B4-BE49-F238E27FC236}">
                  <a16:creationId xmlns:a16="http://schemas.microsoft.com/office/drawing/2014/main" id="{EF570B42-C800-4DA5-8687-1FD02BEBBC83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External Evidence</a:t>
              </a:r>
              <a:endParaRPr lang="ko-KR" altLang="en-US" sz="11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C037A9CC-AA07-4750-BD82-820DA5F74E45}"/>
              </a:ext>
            </a:extLst>
          </p:cNvPr>
          <p:cNvGrpSpPr/>
          <p:nvPr/>
        </p:nvGrpSpPr>
        <p:grpSpPr>
          <a:xfrm>
            <a:off x="2535986" y="5243067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10" name="순서도: 문서 109">
              <a:extLst>
                <a:ext uri="{FF2B5EF4-FFF2-40B4-BE49-F238E27FC236}">
                  <a16:creationId xmlns:a16="http://schemas.microsoft.com/office/drawing/2014/main" id="{4B5ED781-7630-49A5-B07C-570975B57D4E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1" name="순서도: 문서 110">
              <a:extLst>
                <a:ext uri="{FF2B5EF4-FFF2-40B4-BE49-F238E27FC236}">
                  <a16:creationId xmlns:a16="http://schemas.microsoft.com/office/drawing/2014/main" id="{4C33A769-0CB0-4061-8104-2FE910D7338E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2" name="순서도: 문서 111">
              <a:extLst>
                <a:ext uri="{FF2B5EF4-FFF2-40B4-BE49-F238E27FC236}">
                  <a16:creationId xmlns:a16="http://schemas.microsoft.com/office/drawing/2014/main" id="{45EEEC03-634F-41E3-9D4A-F60A508FD5DB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User Scenario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1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8362992B-2A06-4424-B4BE-36B373CE0610}"/>
              </a:ext>
            </a:extLst>
          </p:cNvPr>
          <p:cNvGrpSpPr/>
          <p:nvPr/>
        </p:nvGrpSpPr>
        <p:grpSpPr>
          <a:xfrm>
            <a:off x="1127392" y="5243067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14" name="순서도: 문서 113">
              <a:extLst>
                <a:ext uri="{FF2B5EF4-FFF2-40B4-BE49-F238E27FC236}">
                  <a16:creationId xmlns:a16="http://schemas.microsoft.com/office/drawing/2014/main" id="{A357E6FF-7714-4795-9A9F-5EA36047AD29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5" name="순서도: 문서 114">
              <a:extLst>
                <a:ext uri="{FF2B5EF4-FFF2-40B4-BE49-F238E27FC236}">
                  <a16:creationId xmlns:a16="http://schemas.microsoft.com/office/drawing/2014/main" id="{7D77341A-773C-49FC-B38D-017225C4C207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6" name="순서도: 문서 115">
              <a:extLst>
                <a:ext uri="{FF2B5EF4-FFF2-40B4-BE49-F238E27FC236}">
                  <a16:creationId xmlns:a16="http://schemas.microsoft.com/office/drawing/2014/main" id="{BE4808A5-235A-40ED-B835-61C3936E28DD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1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DD6D5A29-A3A9-4628-BA23-AA3063714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0236" y="191412"/>
            <a:ext cx="305108" cy="305108"/>
          </a:xfrm>
          <a:prstGeom prst="rect">
            <a:avLst/>
          </a:prstGeom>
        </p:spPr>
      </p:pic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8ABA97BF-D4B7-4051-969E-5F2F00AAA056}"/>
              </a:ext>
            </a:extLst>
          </p:cNvPr>
          <p:cNvCxnSpPr>
            <a:cxnSpLocks/>
            <a:stCxn id="26" idx="4"/>
            <a:endCxn id="93" idx="1"/>
          </p:cNvCxnSpPr>
          <p:nvPr/>
        </p:nvCxnSpPr>
        <p:spPr>
          <a:xfrm flipV="1">
            <a:off x="1416094" y="3733779"/>
            <a:ext cx="470594" cy="1311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7BDFD0D2-2C50-4FCA-994F-CCB562A457D4}"/>
              </a:ext>
            </a:extLst>
          </p:cNvPr>
          <p:cNvSpPr/>
          <p:nvPr/>
        </p:nvSpPr>
        <p:spPr>
          <a:xfrm>
            <a:off x="6257935" y="991674"/>
            <a:ext cx="5689295" cy="75937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4" name="그림 233">
            <a:extLst>
              <a:ext uri="{FF2B5EF4-FFF2-40B4-BE49-F238E27FC236}">
                <a16:creationId xmlns:a16="http://schemas.microsoft.com/office/drawing/2014/main" id="{64F06F02-46B9-46C4-8CCE-C07F7DF8C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6909" y="3265903"/>
            <a:ext cx="785204" cy="198412"/>
          </a:xfrm>
          <a:prstGeom prst="rect">
            <a:avLst/>
          </a:prstGeom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FA3BD4E1-1247-4DF6-8999-25C01B2AF68E}"/>
              </a:ext>
            </a:extLst>
          </p:cNvPr>
          <p:cNvSpPr/>
          <p:nvPr/>
        </p:nvSpPr>
        <p:spPr>
          <a:xfrm>
            <a:off x="2836953" y="736339"/>
            <a:ext cx="288000" cy="28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Arial Rounded MT Bold" panose="020F0704030504030204" pitchFamily="34" charset="0"/>
              </a:rPr>
              <a:t>1</a:t>
            </a:r>
            <a:endParaRPr lang="ko-KR" alt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CFAABA20-73C3-4C0A-A7D0-5D06BE8DA486}"/>
              </a:ext>
            </a:extLst>
          </p:cNvPr>
          <p:cNvSpPr/>
          <p:nvPr/>
        </p:nvSpPr>
        <p:spPr>
          <a:xfrm>
            <a:off x="3567553" y="3000771"/>
            <a:ext cx="288000" cy="28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latin typeface="Arial Rounded MT Bold" panose="020F0704030504030204" pitchFamily="34" charset="0"/>
              </a:rPr>
              <a:t>3</a:t>
            </a:r>
            <a:endParaRPr lang="ko-KR" alt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C91EE1E-132B-405D-8B8E-4E8B256D6137}"/>
              </a:ext>
            </a:extLst>
          </p:cNvPr>
          <p:cNvSpPr/>
          <p:nvPr/>
        </p:nvSpPr>
        <p:spPr>
          <a:xfrm>
            <a:off x="1517264" y="3010019"/>
            <a:ext cx="288000" cy="28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latin typeface="Arial Rounded MT Bold" panose="020F0704030504030204" pitchFamily="34" charset="0"/>
              </a:rPr>
              <a:t>2</a:t>
            </a:r>
            <a:endParaRPr lang="ko-KR" alt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3" name="순서도: 준비 2">
            <a:extLst>
              <a:ext uri="{FF2B5EF4-FFF2-40B4-BE49-F238E27FC236}">
                <a16:creationId xmlns:a16="http://schemas.microsoft.com/office/drawing/2014/main" id="{650B1FC7-A5D8-474D-964B-EEAAC7F118AE}"/>
              </a:ext>
            </a:extLst>
          </p:cNvPr>
          <p:cNvSpPr/>
          <p:nvPr/>
        </p:nvSpPr>
        <p:spPr>
          <a:xfrm>
            <a:off x="43412" y="2162727"/>
            <a:ext cx="1542287" cy="981625"/>
          </a:xfrm>
          <a:prstGeom prst="flowChartPreparation">
            <a:avLst/>
          </a:prstGeom>
          <a:solidFill>
            <a:srgbClr val="9588F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>
                <a:solidFill>
                  <a:schemeClr val="tx1"/>
                </a:solidFill>
                <a:latin typeface="Arial Rounded MT Bold" panose="020F0704030504030204" pitchFamily="34" charset="0"/>
              </a:rPr>
              <a:t>Query Embedding + </a:t>
            </a:r>
          </a:p>
          <a:p>
            <a:pPr algn="ctr"/>
            <a:r>
              <a:rPr lang="en-US" altLang="ko-KR" sz="1050">
                <a:solidFill>
                  <a:schemeClr val="tx1"/>
                </a:solidFill>
                <a:latin typeface="Arial Rounded MT Bold" panose="020F0704030504030204" pitchFamily="34" charset="0"/>
              </a:rPr>
              <a:t>Search Module</a:t>
            </a:r>
            <a:endParaRPr lang="ko-KR" altLang="en-US" sz="105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9D918996-C423-44D8-B584-7364F614860A}"/>
              </a:ext>
            </a:extLst>
          </p:cNvPr>
          <p:cNvSpPr/>
          <p:nvPr/>
        </p:nvSpPr>
        <p:spPr>
          <a:xfrm>
            <a:off x="1886688" y="3422883"/>
            <a:ext cx="1335282" cy="621792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>
                <a:solidFill>
                  <a:schemeClr val="tx1"/>
                </a:solidFill>
                <a:latin typeface="Arial Rounded MT Bold" panose="020F0704030504030204" pitchFamily="34" charset="0"/>
              </a:rPr>
              <a:t>Hybrid Search</a:t>
            </a:r>
          </a:p>
          <a:p>
            <a:pPr algn="ctr"/>
            <a:r>
              <a:rPr lang="en-US" altLang="ko-KR" sz="1050">
                <a:solidFill>
                  <a:schemeClr val="tx1"/>
                </a:solidFill>
                <a:latin typeface="Arial Rounded MT Bold" panose="020F0704030504030204" pitchFamily="34" charset="0"/>
              </a:rPr>
              <a:t>(BM25 + Dense)</a:t>
            </a:r>
            <a:endParaRPr lang="ko-KR" altLang="en-US" sz="105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239FD7E1-1F07-4AA7-ADAC-DCFF6FA92A47}"/>
              </a:ext>
            </a:extLst>
          </p:cNvPr>
          <p:cNvSpPr/>
          <p:nvPr/>
        </p:nvSpPr>
        <p:spPr>
          <a:xfrm>
            <a:off x="1894729" y="4152164"/>
            <a:ext cx="1320942" cy="621792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Keyword Search</a:t>
            </a: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(BM25)</a:t>
            </a: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BD0D68B3-BBF0-4B47-9079-E64750FE88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5916" y="1038780"/>
            <a:ext cx="237413" cy="237413"/>
          </a:xfrm>
          <a:prstGeom prst="rect">
            <a:avLst/>
          </a:prstGeom>
        </p:spPr>
      </p:pic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EE62AF1C-166F-4A92-87A7-01836079A48E}"/>
              </a:ext>
            </a:extLst>
          </p:cNvPr>
          <p:cNvCxnSpPr>
            <a:stCxn id="12" idx="1"/>
            <a:endCxn id="3" idx="0"/>
          </p:cNvCxnSpPr>
          <p:nvPr/>
        </p:nvCxnSpPr>
        <p:spPr>
          <a:xfrm rot="10800000" flipV="1">
            <a:off x="814557" y="1916267"/>
            <a:ext cx="2153833" cy="24646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6E12605D-C014-4021-B819-2E3A86586717}"/>
              </a:ext>
            </a:extLst>
          </p:cNvPr>
          <p:cNvCxnSpPr>
            <a:stCxn id="3" idx="2"/>
            <a:endCxn id="26" idx="1"/>
          </p:cNvCxnSpPr>
          <p:nvPr/>
        </p:nvCxnSpPr>
        <p:spPr>
          <a:xfrm>
            <a:off x="814556" y="3144352"/>
            <a:ext cx="2606" cy="341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206C13A6-C589-4EAC-BF3D-326D5AD513A1}"/>
              </a:ext>
            </a:extLst>
          </p:cNvPr>
          <p:cNvCxnSpPr>
            <a:cxnSpLocks/>
            <a:stCxn id="12" idx="2"/>
            <a:endCxn id="76" idx="0"/>
          </p:cNvCxnSpPr>
          <p:nvPr/>
        </p:nvCxnSpPr>
        <p:spPr>
          <a:xfrm rot="5400000">
            <a:off x="2609295" y="2080369"/>
            <a:ext cx="895982" cy="102007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06BC97FA-31F9-47CB-B426-A2722715D8D8}"/>
              </a:ext>
            </a:extLst>
          </p:cNvPr>
          <p:cNvCxnSpPr>
            <a:stCxn id="12" idx="2"/>
            <a:endCxn id="86" idx="0"/>
          </p:cNvCxnSpPr>
          <p:nvPr/>
        </p:nvCxnSpPr>
        <p:spPr>
          <a:xfrm rot="16200000" flipH="1">
            <a:off x="3651787" y="2057947"/>
            <a:ext cx="885347" cy="105427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90C4DC3E-D0F1-43AF-B287-AF5E2DEE9CAC}"/>
              </a:ext>
            </a:extLst>
          </p:cNvPr>
          <p:cNvCxnSpPr>
            <a:cxnSpLocks/>
            <a:stCxn id="84" idx="2"/>
            <a:endCxn id="72" idx="0"/>
          </p:cNvCxnSpPr>
          <p:nvPr/>
        </p:nvCxnSpPr>
        <p:spPr>
          <a:xfrm flipH="1">
            <a:off x="4617400" y="4602080"/>
            <a:ext cx="4199" cy="768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연결선: 꺾임 76">
            <a:extLst>
              <a:ext uri="{FF2B5EF4-FFF2-40B4-BE49-F238E27FC236}">
                <a16:creationId xmlns:a16="http://schemas.microsoft.com/office/drawing/2014/main" id="{F77FA79C-A43F-424F-B1D5-13C426EC3F89}"/>
              </a:ext>
            </a:extLst>
          </p:cNvPr>
          <p:cNvCxnSpPr>
            <a:cxnSpLocks/>
            <a:stCxn id="28" idx="2"/>
            <a:endCxn id="116" idx="0"/>
          </p:cNvCxnSpPr>
          <p:nvPr/>
        </p:nvCxnSpPr>
        <p:spPr>
          <a:xfrm rot="5400000">
            <a:off x="1948680" y="4754004"/>
            <a:ext cx="383294" cy="82800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7AD71E74-D628-4F0D-BE97-6BE43E1C021D}"/>
              </a:ext>
            </a:extLst>
          </p:cNvPr>
          <p:cNvCxnSpPr>
            <a:stCxn id="28" idx="2"/>
            <a:endCxn id="112" idx="0"/>
          </p:cNvCxnSpPr>
          <p:nvPr/>
        </p:nvCxnSpPr>
        <p:spPr>
          <a:xfrm rot="16200000" flipH="1">
            <a:off x="2652976" y="4877711"/>
            <a:ext cx="383294" cy="58058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6" name="사각형: 둥근 모서리 145">
            <a:extLst>
              <a:ext uri="{FF2B5EF4-FFF2-40B4-BE49-F238E27FC236}">
                <a16:creationId xmlns:a16="http://schemas.microsoft.com/office/drawing/2014/main" id="{861B3E7F-AD34-4598-99F8-71ABADE3EF5D}"/>
              </a:ext>
            </a:extLst>
          </p:cNvPr>
          <p:cNvSpPr/>
          <p:nvPr/>
        </p:nvSpPr>
        <p:spPr>
          <a:xfrm>
            <a:off x="7012729" y="2284306"/>
            <a:ext cx="2033883" cy="449375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pic>
        <p:nvPicPr>
          <p:cNvPr id="148" name="그림 147">
            <a:extLst>
              <a:ext uri="{FF2B5EF4-FFF2-40B4-BE49-F238E27FC236}">
                <a16:creationId xmlns:a16="http://schemas.microsoft.com/office/drawing/2014/main" id="{E5EA285B-0F85-4BCA-9C77-D2CB2189E2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6280" y="2318618"/>
            <a:ext cx="333227" cy="333227"/>
          </a:xfrm>
          <a:prstGeom prst="rect">
            <a:avLst/>
          </a:prstGeom>
        </p:spPr>
      </p:pic>
      <p:sp>
        <p:nvSpPr>
          <p:cNvPr id="149" name="사각형: 둥근 모서리 148">
            <a:extLst>
              <a:ext uri="{FF2B5EF4-FFF2-40B4-BE49-F238E27FC236}">
                <a16:creationId xmlns:a16="http://schemas.microsoft.com/office/drawing/2014/main" id="{85BA0E4F-6D8D-4B5C-8349-8A0B38D714DE}"/>
              </a:ext>
            </a:extLst>
          </p:cNvPr>
          <p:cNvSpPr/>
          <p:nvPr/>
        </p:nvSpPr>
        <p:spPr>
          <a:xfrm>
            <a:off x="7012729" y="2808329"/>
            <a:ext cx="2033883" cy="449375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pic>
        <p:nvPicPr>
          <p:cNvPr id="150" name="그림 149">
            <a:extLst>
              <a:ext uri="{FF2B5EF4-FFF2-40B4-BE49-F238E27FC236}">
                <a16:creationId xmlns:a16="http://schemas.microsoft.com/office/drawing/2014/main" id="{7CEAF56E-8199-45FB-888D-9441D033D7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6280" y="2842641"/>
            <a:ext cx="333227" cy="333227"/>
          </a:xfrm>
          <a:prstGeom prst="rect">
            <a:avLst/>
          </a:prstGeom>
        </p:spPr>
      </p:pic>
      <p:sp>
        <p:nvSpPr>
          <p:cNvPr id="151" name="TextBox 150">
            <a:extLst>
              <a:ext uri="{FF2B5EF4-FFF2-40B4-BE49-F238E27FC236}">
                <a16:creationId xmlns:a16="http://schemas.microsoft.com/office/drawing/2014/main" id="{4857B981-0D39-4A98-82BC-4218511FB96C}"/>
              </a:ext>
            </a:extLst>
          </p:cNvPr>
          <p:cNvSpPr txBox="1"/>
          <p:nvPr/>
        </p:nvSpPr>
        <p:spPr>
          <a:xfrm>
            <a:off x="7410238" y="2913831"/>
            <a:ext cx="151643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판례</a:t>
            </a:r>
            <a:r>
              <a:rPr lang="en-US" altLang="ko-KR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결정문 해석 에이전트</a:t>
            </a:r>
            <a:endParaRPr lang="en-US" altLang="ko-KR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2" name="사각형: 둥근 모서리 151">
            <a:extLst>
              <a:ext uri="{FF2B5EF4-FFF2-40B4-BE49-F238E27FC236}">
                <a16:creationId xmlns:a16="http://schemas.microsoft.com/office/drawing/2014/main" id="{7C2556D7-BC15-4CA9-BF81-0B6A49308265}"/>
              </a:ext>
            </a:extLst>
          </p:cNvPr>
          <p:cNvSpPr/>
          <p:nvPr/>
        </p:nvSpPr>
        <p:spPr>
          <a:xfrm>
            <a:off x="9130163" y="2284306"/>
            <a:ext cx="2033883" cy="449375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pic>
        <p:nvPicPr>
          <p:cNvPr id="153" name="그림 152">
            <a:extLst>
              <a:ext uri="{FF2B5EF4-FFF2-40B4-BE49-F238E27FC236}">
                <a16:creationId xmlns:a16="http://schemas.microsoft.com/office/drawing/2014/main" id="{3464C6C6-D168-4EDE-AC1A-D894A298A2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3714" y="2318618"/>
            <a:ext cx="333227" cy="333227"/>
          </a:xfrm>
          <a:prstGeom prst="rect">
            <a:avLst/>
          </a:prstGeom>
        </p:spPr>
      </p:pic>
      <p:sp>
        <p:nvSpPr>
          <p:cNvPr id="154" name="TextBox 153">
            <a:extLst>
              <a:ext uri="{FF2B5EF4-FFF2-40B4-BE49-F238E27FC236}">
                <a16:creationId xmlns:a16="http://schemas.microsoft.com/office/drawing/2014/main" id="{775DC24B-01CE-4EBC-859A-E441B5A98CE5}"/>
              </a:ext>
            </a:extLst>
          </p:cNvPr>
          <p:cNvSpPr txBox="1"/>
          <p:nvPr/>
        </p:nvSpPr>
        <p:spPr>
          <a:xfrm>
            <a:off x="9527672" y="2389808"/>
            <a:ext cx="151643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의결서 해석 에이전트</a:t>
            </a:r>
            <a:endParaRPr lang="en-US" altLang="ko-KR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19B6C3D6-4CFA-4DCD-A82C-273105803F83}"/>
              </a:ext>
            </a:extLst>
          </p:cNvPr>
          <p:cNvSpPr txBox="1"/>
          <p:nvPr/>
        </p:nvSpPr>
        <p:spPr>
          <a:xfrm>
            <a:off x="7415237" y="2389808"/>
            <a:ext cx="151643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법령 해석 에이전트</a:t>
            </a:r>
            <a:endParaRPr lang="en-US" altLang="ko-KR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8" name="사각형: 둥근 모서리 157">
            <a:extLst>
              <a:ext uri="{FF2B5EF4-FFF2-40B4-BE49-F238E27FC236}">
                <a16:creationId xmlns:a16="http://schemas.microsoft.com/office/drawing/2014/main" id="{754DBBA1-449C-41B6-92E8-ACD9CAE2C138}"/>
              </a:ext>
            </a:extLst>
          </p:cNvPr>
          <p:cNvSpPr/>
          <p:nvPr/>
        </p:nvSpPr>
        <p:spPr>
          <a:xfrm>
            <a:off x="6116696" y="608132"/>
            <a:ext cx="5950542" cy="3901428"/>
          </a:xfrm>
          <a:prstGeom prst="roundRect">
            <a:avLst/>
          </a:prstGeom>
          <a:noFill/>
          <a:ln>
            <a:solidFill>
              <a:srgbClr val="CE9B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6812F3E6-32B1-4EDB-86D6-959F332F81F7}"/>
              </a:ext>
            </a:extLst>
          </p:cNvPr>
          <p:cNvSpPr txBox="1"/>
          <p:nvPr/>
        </p:nvSpPr>
        <p:spPr>
          <a:xfrm>
            <a:off x="7691827" y="611369"/>
            <a:ext cx="2888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Arial Rounded MT Bold" panose="020F0704030504030204" pitchFamily="34" charset="0"/>
                <a:ea typeface="나눔고딕" panose="020D0604000000000000" pitchFamily="50" charset="-127"/>
              </a:rPr>
              <a:t>Confidence Score </a:t>
            </a:r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다면적 법리 해석</a:t>
            </a:r>
            <a:endParaRPr lang="en-US" altLang="ko-KR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19" name="연결선: 꺾임 118">
            <a:extLst>
              <a:ext uri="{FF2B5EF4-FFF2-40B4-BE49-F238E27FC236}">
                <a16:creationId xmlns:a16="http://schemas.microsoft.com/office/drawing/2014/main" id="{FAE41DFB-99D4-40B7-A87A-8E1B50F7EC55}"/>
              </a:ext>
            </a:extLst>
          </p:cNvPr>
          <p:cNvCxnSpPr>
            <a:stCxn id="116" idx="2"/>
            <a:endCxn id="43" idx="0"/>
          </p:cNvCxnSpPr>
          <p:nvPr/>
        </p:nvCxnSpPr>
        <p:spPr>
          <a:xfrm rot="16200000" flipH="1">
            <a:off x="2019870" y="5552857"/>
            <a:ext cx="184579" cy="77167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연결선: 꺾임 121">
            <a:extLst>
              <a:ext uri="{FF2B5EF4-FFF2-40B4-BE49-F238E27FC236}">
                <a16:creationId xmlns:a16="http://schemas.microsoft.com/office/drawing/2014/main" id="{485B61F8-4570-4322-ADF8-8371E29CE9A8}"/>
              </a:ext>
            </a:extLst>
          </p:cNvPr>
          <p:cNvCxnSpPr>
            <a:stCxn id="112" idx="2"/>
            <a:endCxn id="43" idx="0"/>
          </p:cNvCxnSpPr>
          <p:nvPr/>
        </p:nvCxnSpPr>
        <p:spPr>
          <a:xfrm rot="5400000">
            <a:off x="2724167" y="5620230"/>
            <a:ext cx="184579" cy="63692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CEB12C5F-3FF2-4F7D-9FD2-8A71809946C2}"/>
              </a:ext>
            </a:extLst>
          </p:cNvPr>
          <p:cNvGrpSpPr/>
          <p:nvPr/>
        </p:nvGrpSpPr>
        <p:grpSpPr>
          <a:xfrm>
            <a:off x="5426026" y="6119700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69" name="순서도: 문서 168">
              <a:extLst>
                <a:ext uri="{FF2B5EF4-FFF2-40B4-BE49-F238E27FC236}">
                  <a16:creationId xmlns:a16="http://schemas.microsoft.com/office/drawing/2014/main" id="{2D5F4C8F-6822-4815-895D-0082B541E4D0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70" name="순서도: 문서 169">
              <a:extLst>
                <a:ext uri="{FF2B5EF4-FFF2-40B4-BE49-F238E27FC236}">
                  <a16:creationId xmlns:a16="http://schemas.microsoft.com/office/drawing/2014/main" id="{0F85C220-1035-40EA-B83C-DB7F8BE97416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71" name="순서도: 문서 170">
              <a:extLst>
                <a:ext uri="{FF2B5EF4-FFF2-40B4-BE49-F238E27FC236}">
                  <a16:creationId xmlns:a16="http://schemas.microsoft.com/office/drawing/2014/main" id="{E634CCA6-39A3-48B9-8505-37038958F88C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User Scenario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1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E6ECDE1E-9A27-4AC2-B19D-113CC8CEE5ED}"/>
              </a:ext>
            </a:extLst>
          </p:cNvPr>
          <p:cNvGrpSpPr/>
          <p:nvPr/>
        </p:nvGrpSpPr>
        <p:grpSpPr>
          <a:xfrm>
            <a:off x="4017432" y="6119700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73" name="순서도: 문서 172">
              <a:extLst>
                <a:ext uri="{FF2B5EF4-FFF2-40B4-BE49-F238E27FC236}">
                  <a16:creationId xmlns:a16="http://schemas.microsoft.com/office/drawing/2014/main" id="{E39AA404-4081-4F92-A7D6-E86A658A26F6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75" name="순서도: 문서 174">
              <a:extLst>
                <a:ext uri="{FF2B5EF4-FFF2-40B4-BE49-F238E27FC236}">
                  <a16:creationId xmlns:a16="http://schemas.microsoft.com/office/drawing/2014/main" id="{1117D26A-576E-4F1D-AA99-99C9B61037AE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5" name="순서도: 문서 184">
              <a:extLst>
                <a:ext uri="{FF2B5EF4-FFF2-40B4-BE49-F238E27FC236}">
                  <a16:creationId xmlns:a16="http://schemas.microsoft.com/office/drawing/2014/main" id="{9F9F9C8C-3F81-4E61-BBBF-653D4DFC7A31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1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6E633E89-19D1-4668-B17E-D69B76F1D022}"/>
              </a:ext>
            </a:extLst>
          </p:cNvPr>
          <p:cNvSpPr/>
          <p:nvPr/>
        </p:nvSpPr>
        <p:spPr>
          <a:xfrm>
            <a:off x="3970925" y="6030982"/>
            <a:ext cx="2832217" cy="76313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BE144804-6503-4E5E-A307-3C6BD186E840}"/>
              </a:ext>
            </a:extLst>
          </p:cNvPr>
          <p:cNvCxnSpPr>
            <a:stCxn id="43" idx="3"/>
            <a:endCxn id="186" idx="1"/>
          </p:cNvCxnSpPr>
          <p:nvPr/>
        </p:nvCxnSpPr>
        <p:spPr>
          <a:xfrm>
            <a:off x="3806240" y="6412552"/>
            <a:ext cx="1646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5F9B3508-98F2-4EFA-9781-64D859C2DB73}"/>
              </a:ext>
            </a:extLst>
          </p:cNvPr>
          <p:cNvSpPr/>
          <p:nvPr/>
        </p:nvSpPr>
        <p:spPr>
          <a:xfrm>
            <a:off x="9128149" y="2801934"/>
            <a:ext cx="2033883" cy="449375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pic>
        <p:nvPicPr>
          <p:cNvPr id="188" name="그림 187">
            <a:extLst>
              <a:ext uri="{FF2B5EF4-FFF2-40B4-BE49-F238E27FC236}">
                <a16:creationId xmlns:a16="http://schemas.microsoft.com/office/drawing/2014/main" id="{0DDE53C0-CE75-445C-9206-400DFCEF6F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1700" y="2836246"/>
            <a:ext cx="333227" cy="333227"/>
          </a:xfrm>
          <a:prstGeom prst="rect">
            <a:avLst/>
          </a:prstGeom>
        </p:spPr>
      </p:pic>
      <p:sp>
        <p:nvSpPr>
          <p:cNvPr id="189" name="TextBox 188">
            <a:extLst>
              <a:ext uri="{FF2B5EF4-FFF2-40B4-BE49-F238E27FC236}">
                <a16:creationId xmlns:a16="http://schemas.microsoft.com/office/drawing/2014/main" id="{EB4A23DB-B62A-4E38-9EDB-498561B22EDB}"/>
              </a:ext>
            </a:extLst>
          </p:cNvPr>
          <p:cNvSpPr txBox="1"/>
          <p:nvPr/>
        </p:nvSpPr>
        <p:spPr>
          <a:xfrm>
            <a:off x="9525658" y="2907436"/>
            <a:ext cx="15164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사례 기반 해석 에이전트</a:t>
            </a:r>
            <a:endParaRPr lang="en-US" altLang="ko-KR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42" name="연결선: 꺾임 141">
            <a:extLst>
              <a:ext uri="{FF2B5EF4-FFF2-40B4-BE49-F238E27FC236}">
                <a16:creationId xmlns:a16="http://schemas.microsoft.com/office/drawing/2014/main" id="{61EDD892-688B-4288-9EAB-3A143B48264C}"/>
              </a:ext>
            </a:extLst>
          </p:cNvPr>
          <p:cNvCxnSpPr>
            <a:cxnSpLocks/>
            <a:stCxn id="72" idx="3"/>
            <a:endCxn id="158" idx="1"/>
          </p:cNvCxnSpPr>
          <p:nvPr/>
        </p:nvCxnSpPr>
        <p:spPr>
          <a:xfrm flipV="1">
            <a:off x="5216332" y="2558846"/>
            <a:ext cx="900364" cy="307241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연결선: 꺾임 164">
            <a:extLst>
              <a:ext uri="{FF2B5EF4-FFF2-40B4-BE49-F238E27FC236}">
                <a16:creationId xmlns:a16="http://schemas.microsoft.com/office/drawing/2014/main" id="{87CB966F-188F-4506-89A9-543559EE4555}"/>
              </a:ext>
            </a:extLst>
          </p:cNvPr>
          <p:cNvCxnSpPr>
            <a:cxnSpLocks/>
            <a:stCxn id="186" idx="3"/>
            <a:endCxn id="158" idx="1"/>
          </p:cNvCxnSpPr>
          <p:nvPr/>
        </p:nvCxnSpPr>
        <p:spPr>
          <a:xfrm flipH="1" flipV="1">
            <a:off x="6116696" y="2558846"/>
            <a:ext cx="686446" cy="3853706"/>
          </a:xfrm>
          <a:prstGeom prst="bentConnector5">
            <a:avLst>
              <a:gd name="adj1" fmla="val -33302"/>
              <a:gd name="adj2" fmla="val 29641"/>
              <a:gd name="adj3" fmla="val 16424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5" name="연결선: 꺾임 214">
            <a:extLst>
              <a:ext uri="{FF2B5EF4-FFF2-40B4-BE49-F238E27FC236}">
                <a16:creationId xmlns:a16="http://schemas.microsoft.com/office/drawing/2014/main" id="{8418BABE-61A6-4076-B066-988777A68BAF}"/>
              </a:ext>
            </a:extLst>
          </p:cNvPr>
          <p:cNvCxnSpPr>
            <a:cxnSpLocks/>
            <a:stCxn id="12" idx="3"/>
            <a:endCxn id="158" idx="1"/>
          </p:cNvCxnSpPr>
          <p:nvPr/>
        </p:nvCxnSpPr>
        <p:spPr>
          <a:xfrm>
            <a:off x="4166253" y="1916267"/>
            <a:ext cx="1950443" cy="64257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8" name="순서도: 문서 227">
            <a:extLst>
              <a:ext uri="{FF2B5EF4-FFF2-40B4-BE49-F238E27FC236}">
                <a16:creationId xmlns:a16="http://schemas.microsoft.com/office/drawing/2014/main" id="{5F3B52CA-439F-4C47-84FB-886175B864DD}"/>
              </a:ext>
            </a:extLst>
          </p:cNvPr>
          <p:cNvSpPr/>
          <p:nvPr/>
        </p:nvSpPr>
        <p:spPr>
          <a:xfrm>
            <a:off x="6316543" y="1097362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Re-written 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Query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229" name="그룹 228">
            <a:extLst>
              <a:ext uri="{FF2B5EF4-FFF2-40B4-BE49-F238E27FC236}">
                <a16:creationId xmlns:a16="http://schemas.microsoft.com/office/drawing/2014/main" id="{46575F2E-B10F-42AC-963F-EC7E449058FE}"/>
              </a:ext>
            </a:extLst>
          </p:cNvPr>
          <p:cNvGrpSpPr/>
          <p:nvPr/>
        </p:nvGrpSpPr>
        <p:grpSpPr>
          <a:xfrm>
            <a:off x="7638331" y="1064183"/>
            <a:ext cx="1342644" cy="637794"/>
            <a:chOff x="6296605" y="1809442"/>
            <a:chExt cx="1342644" cy="637794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231" name="순서도: 문서 230">
              <a:extLst>
                <a:ext uri="{FF2B5EF4-FFF2-40B4-BE49-F238E27FC236}">
                  <a16:creationId xmlns:a16="http://schemas.microsoft.com/office/drawing/2014/main" id="{234F750E-9BD1-473E-BA30-C70A6BB86075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32" name="순서도: 문서 231">
              <a:extLst>
                <a:ext uri="{FF2B5EF4-FFF2-40B4-BE49-F238E27FC236}">
                  <a16:creationId xmlns:a16="http://schemas.microsoft.com/office/drawing/2014/main" id="{6BCCF269-64C7-467B-8956-3E5ECBC0AEA4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33" name="순서도: 문서 232">
              <a:extLst>
                <a:ext uri="{FF2B5EF4-FFF2-40B4-BE49-F238E27FC236}">
                  <a16:creationId xmlns:a16="http://schemas.microsoft.com/office/drawing/2014/main" id="{3936FF12-FF10-4E59-A193-FADBF118D20D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External Evidence</a:t>
              </a:r>
              <a:endParaRPr lang="ko-KR" altLang="en-US" sz="11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235" name="그룹 234">
            <a:extLst>
              <a:ext uri="{FF2B5EF4-FFF2-40B4-BE49-F238E27FC236}">
                <a16:creationId xmlns:a16="http://schemas.microsoft.com/office/drawing/2014/main" id="{CD185490-D80C-41F6-9A0C-8238AE9D1BD7}"/>
              </a:ext>
            </a:extLst>
          </p:cNvPr>
          <p:cNvGrpSpPr/>
          <p:nvPr/>
        </p:nvGrpSpPr>
        <p:grpSpPr>
          <a:xfrm>
            <a:off x="9104899" y="1040901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6" name="순서도: 문서 235">
              <a:extLst>
                <a:ext uri="{FF2B5EF4-FFF2-40B4-BE49-F238E27FC236}">
                  <a16:creationId xmlns:a16="http://schemas.microsoft.com/office/drawing/2014/main" id="{1DF3E545-25E1-4E8C-86AD-D0696CE4AEA6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37" name="순서도: 문서 236">
              <a:extLst>
                <a:ext uri="{FF2B5EF4-FFF2-40B4-BE49-F238E27FC236}">
                  <a16:creationId xmlns:a16="http://schemas.microsoft.com/office/drawing/2014/main" id="{DE5B44F3-1958-4E7E-9E29-9CFCBAEE50FB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38" name="순서도: 문서 237">
              <a:extLst>
                <a:ext uri="{FF2B5EF4-FFF2-40B4-BE49-F238E27FC236}">
                  <a16:creationId xmlns:a16="http://schemas.microsoft.com/office/drawing/2014/main" id="{D4F27947-35C9-4430-9312-3813FB8750ED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User Scenario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1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2A828CC3-FC25-4B6C-860B-BD9D3A96DDC0}"/>
              </a:ext>
            </a:extLst>
          </p:cNvPr>
          <p:cNvGrpSpPr/>
          <p:nvPr/>
        </p:nvGrpSpPr>
        <p:grpSpPr>
          <a:xfrm>
            <a:off x="10532197" y="1029788"/>
            <a:ext cx="1342644" cy="637794"/>
            <a:chOff x="6296605" y="1809442"/>
            <a:chExt cx="1342644" cy="637794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40" name="순서도: 문서 239">
              <a:extLst>
                <a:ext uri="{FF2B5EF4-FFF2-40B4-BE49-F238E27FC236}">
                  <a16:creationId xmlns:a16="http://schemas.microsoft.com/office/drawing/2014/main" id="{8D9DA722-88C7-494C-97C6-6A6F68AF6618}"/>
                </a:ext>
              </a:extLst>
            </p:cNvPr>
            <p:cNvSpPr/>
            <p:nvPr/>
          </p:nvSpPr>
          <p:spPr>
            <a:xfrm>
              <a:off x="6441385" y="1809442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41" name="순서도: 문서 240">
              <a:extLst>
                <a:ext uri="{FF2B5EF4-FFF2-40B4-BE49-F238E27FC236}">
                  <a16:creationId xmlns:a16="http://schemas.microsoft.com/office/drawing/2014/main" id="{60FCBB7F-979B-4CA6-B00D-5E5F6F9F90C5}"/>
                </a:ext>
              </a:extLst>
            </p:cNvPr>
            <p:cNvSpPr/>
            <p:nvPr/>
          </p:nvSpPr>
          <p:spPr>
            <a:xfrm>
              <a:off x="6368995" y="1864306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42" name="순서도: 문서 241">
              <a:extLst>
                <a:ext uri="{FF2B5EF4-FFF2-40B4-BE49-F238E27FC236}">
                  <a16:creationId xmlns:a16="http://schemas.microsoft.com/office/drawing/2014/main" id="{8A17B8D6-970C-4EF5-8186-5BB2CD67B531}"/>
                </a:ext>
              </a:extLst>
            </p:cNvPr>
            <p:cNvSpPr/>
            <p:nvPr/>
          </p:nvSpPr>
          <p:spPr>
            <a:xfrm>
              <a:off x="6296605" y="1926028"/>
              <a:ext cx="1197864" cy="521208"/>
            </a:xfrm>
            <a:prstGeom prst="flowChartDocumen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Resolution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Document</a:t>
              </a:r>
              <a:endParaRPr lang="ko-KR" altLang="en-US" sz="11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254" name="화살표: 아래쪽 253">
            <a:extLst>
              <a:ext uri="{FF2B5EF4-FFF2-40B4-BE49-F238E27FC236}">
                <a16:creationId xmlns:a16="http://schemas.microsoft.com/office/drawing/2014/main" id="{32B6F477-6853-4610-B9B5-7CA40C738E62}"/>
              </a:ext>
            </a:extLst>
          </p:cNvPr>
          <p:cNvSpPr/>
          <p:nvPr/>
        </p:nvSpPr>
        <p:spPr>
          <a:xfrm>
            <a:off x="8880492" y="1956464"/>
            <a:ext cx="389467" cy="201574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8" name="화살표: 아래쪽 257">
            <a:extLst>
              <a:ext uri="{FF2B5EF4-FFF2-40B4-BE49-F238E27FC236}">
                <a16:creationId xmlns:a16="http://schemas.microsoft.com/office/drawing/2014/main" id="{1736036B-5BC6-4786-9721-9CCCE7B51F58}"/>
              </a:ext>
            </a:extLst>
          </p:cNvPr>
          <p:cNvSpPr/>
          <p:nvPr/>
        </p:nvSpPr>
        <p:spPr>
          <a:xfrm>
            <a:off x="8880492" y="3407594"/>
            <a:ext cx="389467" cy="201574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4" name="순서도: 문서 263">
            <a:extLst>
              <a:ext uri="{FF2B5EF4-FFF2-40B4-BE49-F238E27FC236}">
                <a16:creationId xmlns:a16="http://schemas.microsoft.com/office/drawing/2014/main" id="{5A3459E7-5094-4BC5-935C-5636A14F6814}"/>
              </a:ext>
            </a:extLst>
          </p:cNvPr>
          <p:cNvSpPr/>
          <p:nvPr/>
        </p:nvSpPr>
        <p:spPr>
          <a:xfrm>
            <a:off x="6516775" y="3743045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법령 해석 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sp>
        <p:nvSpPr>
          <p:cNvPr id="265" name="순서도: 문서 264">
            <a:extLst>
              <a:ext uri="{FF2B5EF4-FFF2-40B4-BE49-F238E27FC236}">
                <a16:creationId xmlns:a16="http://schemas.microsoft.com/office/drawing/2014/main" id="{6E78CF94-E5F6-477D-9D02-0358776B7D4F}"/>
              </a:ext>
            </a:extLst>
          </p:cNvPr>
          <p:cNvSpPr/>
          <p:nvPr/>
        </p:nvSpPr>
        <p:spPr>
          <a:xfrm>
            <a:off x="7825241" y="3743045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의결서 해석 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sp>
        <p:nvSpPr>
          <p:cNvPr id="266" name="순서도: 문서 265">
            <a:extLst>
              <a:ext uri="{FF2B5EF4-FFF2-40B4-BE49-F238E27FC236}">
                <a16:creationId xmlns:a16="http://schemas.microsoft.com/office/drawing/2014/main" id="{317E8132-1ACC-4B15-B230-CF013936C222}"/>
              </a:ext>
            </a:extLst>
          </p:cNvPr>
          <p:cNvSpPr/>
          <p:nvPr/>
        </p:nvSpPr>
        <p:spPr>
          <a:xfrm>
            <a:off x="9136127" y="3743045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판례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결정문 해석보고서</a:t>
            </a:r>
          </a:p>
        </p:txBody>
      </p:sp>
      <p:sp>
        <p:nvSpPr>
          <p:cNvPr id="267" name="순서도: 문서 266">
            <a:extLst>
              <a:ext uri="{FF2B5EF4-FFF2-40B4-BE49-F238E27FC236}">
                <a16:creationId xmlns:a16="http://schemas.microsoft.com/office/drawing/2014/main" id="{5AAEF49C-6D0A-4302-B579-0208A3D12DA4}"/>
              </a:ext>
            </a:extLst>
          </p:cNvPr>
          <p:cNvSpPr/>
          <p:nvPr/>
        </p:nvSpPr>
        <p:spPr>
          <a:xfrm>
            <a:off x="10447013" y="3743045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사례 해석 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sp>
        <p:nvSpPr>
          <p:cNvPr id="278" name="직사각형 277">
            <a:extLst>
              <a:ext uri="{FF2B5EF4-FFF2-40B4-BE49-F238E27FC236}">
                <a16:creationId xmlns:a16="http://schemas.microsoft.com/office/drawing/2014/main" id="{980C2DBF-A086-4D3A-A9BF-EFE0144968C0}"/>
              </a:ext>
            </a:extLst>
          </p:cNvPr>
          <p:cNvSpPr/>
          <p:nvPr/>
        </p:nvSpPr>
        <p:spPr>
          <a:xfrm>
            <a:off x="6446152" y="3679460"/>
            <a:ext cx="5283910" cy="62679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9" name="사각형: 둥근 모서리 278">
            <a:extLst>
              <a:ext uri="{FF2B5EF4-FFF2-40B4-BE49-F238E27FC236}">
                <a16:creationId xmlns:a16="http://schemas.microsoft.com/office/drawing/2014/main" id="{5FFD75F1-B23D-4A13-98D6-D817BE612EF9}"/>
              </a:ext>
            </a:extLst>
          </p:cNvPr>
          <p:cNvSpPr/>
          <p:nvPr/>
        </p:nvSpPr>
        <p:spPr>
          <a:xfrm>
            <a:off x="8139649" y="4713448"/>
            <a:ext cx="1889624" cy="621792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Confidence Score-based</a:t>
            </a: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Rounded MT Bold" panose="020F0704030504030204" pitchFamily="34" charset="0"/>
              </a:rPr>
              <a:t>Final Report Generation</a:t>
            </a:r>
            <a:endParaRPr lang="ko-KR" altLang="en-US" sz="105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281" name="직선 화살표 연결선 280">
            <a:extLst>
              <a:ext uri="{FF2B5EF4-FFF2-40B4-BE49-F238E27FC236}">
                <a16:creationId xmlns:a16="http://schemas.microsoft.com/office/drawing/2014/main" id="{A4C7ED13-6979-4608-B477-B5460A002B06}"/>
              </a:ext>
            </a:extLst>
          </p:cNvPr>
          <p:cNvCxnSpPr>
            <a:cxnSpLocks/>
            <a:stCxn id="278" idx="2"/>
            <a:endCxn id="279" idx="0"/>
          </p:cNvCxnSpPr>
          <p:nvPr/>
        </p:nvCxnSpPr>
        <p:spPr>
          <a:xfrm flipH="1">
            <a:off x="9084461" y="4306255"/>
            <a:ext cx="3646" cy="407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3" name="직선 화살표 연결선 282">
            <a:extLst>
              <a:ext uri="{FF2B5EF4-FFF2-40B4-BE49-F238E27FC236}">
                <a16:creationId xmlns:a16="http://schemas.microsoft.com/office/drawing/2014/main" id="{92E4D047-C942-40B7-B25A-0666C09AEE33}"/>
              </a:ext>
            </a:extLst>
          </p:cNvPr>
          <p:cNvCxnSpPr>
            <a:cxnSpLocks/>
            <a:stCxn id="279" idx="2"/>
            <a:endCxn id="92" idx="0"/>
          </p:cNvCxnSpPr>
          <p:nvPr/>
        </p:nvCxnSpPr>
        <p:spPr>
          <a:xfrm>
            <a:off x="9084461" y="5335240"/>
            <a:ext cx="0" cy="3223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6" name="그림 285">
            <a:extLst>
              <a:ext uri="{FF2B5EF4-FFF2-40B4-BE49-F238E27FC236}">
                <a16:creationId xmlns:a16="http://schemas.microsoft.com/office/drawing/2014/main" id="{357B44AF-3EBA-4195-8F64-058F7ED9A2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772" y="6290070"/>
            <a:ext cx="237413" cy="237413"/>
          </a:xfrm>
          <a:prstGeom prst="rect">
            <a:avLst/>
          </a:prstGeom>
        </p:spPr>
      </p:pic>
      <p:pic>
        <p:nvPicPr>
          <p:cNvPr id="287" name="그림 286">
            <a:extLst>
              <a:ext uri="{FF2B5EF4-FFF2-40B4-BE49-F238E27FC236}">
                <a16:creationId xmlns:a16="http://schemas.microsoft.com/office/drawing/2014/main" id="{4282BE6A-AD80-4340-A53A-9D435C8087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934" y="629947"/>
            <a:ext cx="237413" cy="237413"/>
          </a:xfrm>
          <a:prstGeom prst="rect">
            <a:avLst/>
          </a:prstGeom>
        </p:spPr>
      </p:pic>
      <p:sp>
        <p:nvSpPr>
          <p:cNvPr id="292" name="타원 291">
            <a:extLst>
              <a:ext uri="{FF2B5EF4-FFF2-40B4-BE49-F238E27FC236}">
                <a16:creationId xmlns:a16="http://schemas.microsoft.com/office/drawing/2014/main" id="{EF086C3F-890F-4796-BD55-F7BED14C8044}"/>
              </a:ext>
            </a:extLst>
          </p:cNvPr>
          <p:cNvSpPr/>
          <p:nvPr/>
        </p:nvSpPr>
        <p:spPr>
          <a:xfrm>
            <a:off x="6479890" y="463834"/>
            <a:ext cx="288000" cy="28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Arial Rounded MT Bold" panose="020F0704030504030204" pitchFamily="34" charset="0"/>
              </a:rPr>
              <a:t>4</a:t>
            </a:r>
            <a:endParaRPr lang="ko-KR" alt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293" name="타원 292">
            <a:extLst>
              <a:ext uri="{FF2B5EF4-FFF2-40B4-BE49-F238E27FC236}">
                <a16:creationId xmlns:a16="http://schemas.microsoft.com/office/drawing/2014/main" id="{B3089344-BF9F-4A9B-9594-205CB39CF465}"/>
              </a:ext>
            </a:extLst>
          </p:cNvPr>
          <p:cNvSpPr/>
          <p:nvPr/>
        </p:nvSpPr>
        <p:spPr>
          <a:xfrm>
            <a:off x="7995649" y="4569448"/>
            <a:ext cx="288000" cy="28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Arial Rounded MT Bold" panose="020F0704030504030204" pitchFamily="34" charset="0"/>
              </a:rPr>
              <a:t>5</a:t>
            </a:r>
            <a:endParaRPr lang="ko-KR" altLang="en-US" sz="1600" dirty="0">
              <a:latin typeface="Arial Rounded MT Bold" panose="020F0704030504030204" pitchFamily="34" charset="0"/>
            </a:endParaRPr>
          </a:p>
        </p:txBody>
      </p:sp>
      <p:pic>
        <p:nvPicPr>
          <p:cNvPr id="294" name="그림 293">
            <a:extLst>
              <a:ext uri="{FF2B5EF4-FFF2-40B4-BE49-F238E27FC236}">
                <a16:creationId xmlns:a16="http://schemas.microsoft.com/office/drawing/2014/main" id="{AE06CD0A-E6E8-4D14-988D-8F3D500B9B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236" y="4905637"/>
            <a:ext cx="237413" cy="237413"/>
          </a:xfrm>
          <a:prstGeom prst="rect">
            <a:avLst/>
          </a:prstGeom>
        </p:spPr>
      </p:pic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D92CB5C0-884C-4C2A-A32A-B96C9E49B883}"/>
              </a:ext>
            </a:extLst>
          </p:cNvPr>
          <p:cNvCxnSpPr>
            <a:stCxn id="27" idx="4"/>
            <a:endCxn id="96" idx="1"/>
          </p:cNvCxnSpPr>
          <p:nvPr/>
        </p:nvCxnSpPr>
        <p:spPr>
          <a:xfrm flipV="1">
            <a:off x="1413609" y="4463060"/>
            <a:ext cx="481120" cy="504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7346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4FCAD75-897F-42C8-BBD0-31197D477045}"/>
              </a:ext>
            </a:extLst>
          </p:cNvPr>
          <p:cNvCxnSpPr>
            <a:stCxn id="178" idx="2"/>
            <a:endCxn id="196" idx="0"/>
          </p:cNvCxnSpPr>
          <p:nvPr/>
        </p:nvCxnSpPr>
        <p:spPr>
          <a:xfrm>
            <a:off x="7252751" y="2939362"/>
            <a:ext cx="0" cy="951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546F4F45-58D4-40D7-A857-2452CEBB6276}"/>
              </a:ext>
            </a:extLst>
          </p:cNvPr>
          <p:cNvCxnSpPr>
            <a:stCxn id="177" idx="2"/>
            <a:endCxn id="194" idx="0"/>
          </p:cNvCxnSpPr>
          <p:nvPr/>
        </p:nvCxnSpPr>
        <p:spPr>
          <a:xfrm flipH="1">
            <a:off x="5900085" y="2939361"/>
            <a:ext cx="428" cy="951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9297EF02-3540-4F5C-A3CB-0B6DE856094B}"/>
              </a:ext>
            </a:extLst>
          </p:cNvPr>
          <p:cNvCxnSpPr>
            <a:stCxn id="162" idx="2"/>
            <a:endCxn id="195" idx="0"/>
          </p:cNvCxnSpPr>
          <p:nvPr/>
        </p:nvCxnSpPr>
        <p:spPr>
          <a:xfrm>
            <a:off x="4526575" y="2939364"/>
            <a:ext cx="2196" cy="951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순서도: 문서 116">
            <a:extLst>
              <a:ext uri="{FF2B5EF4-FFF2-40B4-BE49-F238E27FC236}">
                <a16:creationId xmlns:a16="http://schemas.microsoft.com/office/drawing/2014/main" id="{8A84E00B-845C-4996-B647-BDD43D99F2D1}"/>
              </a:ext>
            </a:extLst>
          </p:cNvPr>
          <p:cNvSpPr/>
          <p:nvPr/>
        </p:nvSpPr>
        <p:spPr>
          <a:xfrm>
            <a:off x="5292444" y="352830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User Scenario Data</a:t>
            </a:r>
            <a:endParaRPr lang="ko-KR" altLang="en-US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E21AEB30-0F93-49B5-AFAE-821E5B3F98C1}"/>
              </a:ext>
            </a:extLst>
          </p:cNvPr>
          <p:cNvSpPr/>
          <p:nvPr/>
        </p:nvSpPr>
        <p:spPr>
          <a:xfrm>
            <a:off x="8225435" y="1018989"/>
            <a:ext cx="2033883" cy="449375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21" name="그림 120">
            <a:extLst>
              <a:ext uri="{FF2B5EF4-FFF2-40B4-BE49-F238E27FC236}">
                <a16:creationId xmlns:a16="http://schemas.microsoft.com/office/drawing/2014/main" id="{BA14B845-3451-401D-B7EC-37ED2E54F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986" y="1053301"/>
            <a:ext cx="333227" cy="333227"/>
          </a:xfrm>
          <a:prstGeom prst="rect">
            <a:avLst/>
          </a:prstGeom>
        </p:spPr>
      </p:pic>
      <p:sp>
        <p:nvSpPr>
          <p:cNvPr id="123" name="TextBox 122">
            <a:extLst>
              <a:ext uri="{FF2B5EF4-FFF2-40B4-BE49-F238E27FC236}">
                <a16:creationId xmlns:a16="http://schemas.microsoft.com/office/drawing/2014/main" id="{23365503-187C-4930-B3B2-7A79CEC4DB86}"/>
              </a:ext>
            </a:extLst>
          </p:cNvPr>
          <p:cNvSpPr txBox="1"/>
          <p:nvPr/>
        </p:nvSpPr>
        <p:spPr>
          <a:xfrm>
            <a:off x="8627943" y="1116021"/>
            <a:ext cx="151643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클레임 분해 에이전트</a:t>
            </a:r>
            <a:endParaRPr lang="en-US" altLang="ko-KR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1" name="순서도: 문서 130">
            <a:extLst>
              <a:ext uri="{FF2B5EF4-FFF2-40B4-BE49-F238E27FC236}">
                <a16:creationId xmlns:a16="http://schemas.microsoft.com/office/drawing/2014/main" id="{AE54240F-405A-404A-A8FE-F048BCB44C6B}"/>
              </a:ext>
            </a:extLst>
          </p:cNvPr>
          <p:cNvSpPr/>
          <p:nvPr/>
        </p:nvSpPr>
        <p:spPr>
          <a:xfrm>
            <a:off x="5292444" y="1657123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법조문 클레임</a:t>
            </a:r>
          </a:p>
        </p:txBody>
      </p:sp>
      <p:sp>
        <p:nvSpPr>
          <p:cNvPr id="132" name="순서도: 문서 131">
            <a:extLst>
              <a:ext uri="{FF2B5EF4-FFF2-40B4-BE49-F238E27FC236}">
                <a16:creationId xmlns:a16="http://schemas.microsoft.com/office/drawing/2014/main" id="{905A27AD-F4F7-4F0E-8A80-784E58BE5846}"/>
              </a:ext>
            </a:extLst>
          </p:cNvPr>
          <p:cNvSpPr/>
          <p:nvPr/>
        </p:nvSpPr>
        <p:spPr>
          <a:xfrm>
            <a:off x="3931069" y="1657123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사실 클레임</a:t>
            </a:r>
          </a:p>
        </p:txBody>
      </p:sp>
      <p:sp>
        <p:nvSpPr>
          <p:cNvPr id="133" name="순서도: 문서 132">
            <a:extLst>
              <a:ext uri="{FF2B5EF4-FFF2-40B4-BE49-F238E27FC236}">
                <a16:creationId xmlns:a16="http://schemas.microsoft.com/office/drawing/2014/main" id="{A0E39A2C-8CC6-47FE-8170-142714030F79}"/>
              </a:ext>
            </a:extLst>
          </p:cNvPr>
          <p:cNvSpPr/>
          <p:nvPr/>
        </p:nvSpPr>
        <p:spPr>
          <a:xfrm>
            <a:off x="6653819" y="1657123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제재 클레임</a:t>
            </a:r>
          </a:p>
        </p:txBody>
      </p:sp>
      <p:sp>
        <p:nvSpPr>
          <p:cNvPr id="135" name="순서도: 자기 디스크 134">
            <a:extLst>
              <a:ext uri="{FF2B5EF4-FFF2-40B4-BE49-F238E27FC236}">
                <a16:creationId xmlns:a16="http://schemas.microsoft.com/office/drawing/2014/main" id="{0DFB0E7A-1848-4CD6-BB79-9A0FE96E7044}"/>
              </a:ext>
            </a:extLst>
          </p:cNvPr>
          <p:cNvSpPr/>
          <p:nvPr/>
        </p:nvSpPr>
        <p:spPr>
          <a:xfrm>
            <a:off x="2467124" y="2367864"/>
            <a:ext cx="1197864" cy="521208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Resolution</a:t>
            </a:r>
          </a:p>
          <a:p>
            <a:pPr algn="ctr"/>
            <a:r>
              <a:rPr lang="en-US" altLang="ko-KR" sz="11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Vector DB</a:t>
            </a:r>
            <a:endParaRPr lang="ko-KR" alt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C15657D4-BCB6-4F5F-9B8C-5787B20A879D}"/>
              </a:ext>
            </a:extLst>
          </p:cNvPr>
          <p:cNvCxnSpPr>
            <a:cxnSpLocks/>
            <a:stCxn id="135" idx="4"/>
            <a:endCxn id="162" idx="1"/>
          </p:cNvCxnSpPr>
          <p:nvPr/>
        </p:nvCxnSpPr>
        <p:spPr>
          <a:xfrm>
            <a:off x="3664988" y="2628468"/>
            <a:ext cx="262655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0" name="순서도: 준비 159">
            <a:extLst>
              <a:ext uri="{FF2B5EF4-FFF2-40B4-BE49-F238E27FC236}">
                <a16:creationId xmlns:a16="http://schemas.microsoft.com/office/drawing/2014/main" id="{81C3D9E9-1EBB-4BB0-8C45-36A9ECD29B7F}"/>
              </a:ext>
            </a:extLst>
          </p:cNvPr>
          <p:cNvSpPr/>
          <p:nvPr/>
        </p:nvSpPr>
        <p:spPr>
          <a:xfrm>
            <a:off x="2292306" y="1026887"/>
            <a:ext cx="1542287" cy="981625"/>
          </a:xfrm>
          <a:prstGeom prst="flowChartPreparation">
            <a:avLst/>
          </a:prstGeom>
          <a:solidFill>
            <a:srgbClr val="9588F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Query Embedding + </a:t>
            </a:r>
          </a:p>
          <a:p>
            <a:pPr algn="ctr"/>
            <a:r>
              <a:rPr lang="en-US" altLang="ko-KR" sz="105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Search Module</a:t>
            </a:r>
            <a:endParaRPr lang="ko-KR" altLang="en-US" sz="105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2" name="사각형: 둥근 모서리 161">
            <a:extLst>
              <a:ext uri="{FF2B5EF4-FFF2-40B4-BE49-F238E27FC236}">
                <a16:creationId xmlns:a16="http://schemas.microsoft.com/office/drawing/2014/main" id="{FEC2A548-E737-44D4-96D1-186B2951A377}"/>
              </a:ext>
            </a:extLst>
          </p:cNvPr>
          <p:cNvSpPr/>
          <p:nvPr/>
        </p:nvSpPr>
        <p:spPr>
          <a:xfrm>
            <a:off x="3927643" y="2317572"/>
            <a:ext cx="1197864" cy="621792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의결서 원문 </a:t>
            </a:r>
            <a:endParaRPr lang="en-US" altLang="ko-KR" sz="10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검색</a:t>
            </a:r>
          </a:p>
        </p:txBody>
      </p: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E3C44903-FDD1-4815-9896-B27CEBB6686F}"/>
              </a:ext>
            </a:extLst>
          </p:cNvPr>
          <p:cNvCxnSpPr>
            <a:cxnSpLocks/>
            <a:endCxn id="135" idx="1"/>
          </p:cNvCxnSpPr>
          <p:nvPr/>
        </p:nvCxnSpPr>
        <p:spPr>
          <a:xfrm>
            <a:off x="3063450" y="2025930"/>
            <a:ext cx="2606" cy="341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7" name="사각형: 둥근 모서리 176">
            <a:extLst>
              <a:ext uri="{FF2B5EF4-FFF2-40B4-BE49-F238E27FC236}">
                <a16:creationId xmlns:a16="http://schemas.microsoft.com/office/drawing/2014/main" id="{C94D76E9-4128-4269-BF21-A0BBE736FD5E}"/>
              </a:ext>
            </a:extLst>
          </p:cNvPr>
          <p:cNvSpPr/>
          <p:nvPr/>
        </p:nvSpPr>
        <p:spPr>
          <a:xfrm>
            <a:off x="5301580" y="2317570"/>
            <a:ext cx="1197865" cy="621791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조문 번호 조회</a:t>
            </a:r>
            <a:r>
              <a:rPr lang="en-US" altLang="ko-KR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현행 여부 확인</a:t>
            </a:r>
          </a:p>
        </p:txBody>
      </p: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544846DF-D59E-4FB6-9EBF-804FD73822CF}"/>
              </a:ext>
            </a:extLst>
          </p:cNvPr>
          <p:cNvSpPr/>
          <p:nvPr/>
        </p:nvSpPr>
        <p:spPr>
          <a:xfrm>
            <a:off x="6653818" y="2317571"/>
            <a:ext cx="1197865" cy="621791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과징금 추출</a:t>
            </a:r>
            <a:r>
              <a:rPr lang="en-US" altLang="ko-KR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주문 원문 대조 </a:t>
            </a:r>
          </a:p>
        </p:txBody>
      </p:sp>
      <p:sp>
        <p:nvSpPr>
          <p:cNvPr id="179" name="사각형: 둥근 모서리 178">
            <a:extLst>
              <a:ext uri="{FF2B5EF4-FFF2-40B4-BE49-F238E27FC236}">
                <a16:creationId xmlns:a16="http://schemas.microsoft.com/office/drawing/2014/main" id="{6346D5E7-5A87-4AFF-B9E9-D3705A5C6772}"/>
              </a:ext>
            </a:extLst>
          </p:cNvPr>
          <p:cNvSpPr/>
          <p:nvPr/>
        </p:nvSpPr>
        <p:spPr>
          <a:xfrm>
            <a:off x="8225435" y="3389895"/>
            <a:ext cx="2033883" cy="449375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80" name="그림 179">
            <a:extLst>
              <a:ext uri="{FF2B5EF4-FFF2-40B4-BE49-F238E27FC236}">
                <a16:creationId xmlns:a16="http://schemas.microsoft.com/office/drawing/2014/main" id="{E1BC78B8-BD7E-4CE3-915A-6F346695B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986" y="3424207"/>
            <a:ext cx="333227" cy="333227"/>
          </a:xfrm>
          <a:prstGeom prst="rect">
            <a:avLst/>
          </a:prstGeom>
        </p:spPr>
      </p:pic>
      <p:sp>
        <p:nvSpPr>
          <p:cNvPr id="181" name="TextBox 180">
            <a:extLst>
              <a:ext uri="{FF2B5EF4-FFF2-40B4-BE49-F238E27FC236}">
                <a16:creationId xmlns:a16="http://schemas.microsoft.com/office/drawing/2014/main" id="{61CCE9B0-CCCD-4F6D-AFDB-A8B821DFC906}"/>
              </a:ext>
            </a:extLst>
          </p:cNvPr>
          <p:cNvSpPr txBox="1"/>
          <p:nvPr/>
        </p:nvSpPr>
        <p:spPr>
          <a:xfrm>
            <a:off x="8627943" y="3486927"/>
            <a:ext cx="151643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사실 검증 에이전트</a:t>
            </a:r>
            <a:endParaRPr lang="en-US" altLang="ko-KR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2" name="사각형: 둥근 모서리 181">
            <a:extLst>
              <a:ext uri="{FF2B5EF4-FFF2-40B4-BE49-F238E27FC236}">
                <a16:creationId xmlns:a16="http://schemas.microsoft.com/office/drawing/2014/main" id="{B8D35527-E7E4-44EC-AF93-713CBA79356D}"/>
              </a:ext>
            </a:extLst>
          </p:cNvPr>
          <p:cNvSpPr/>
          <p:nvPr/>
        </p:nvSpPr>
        <p:spPr>
          <a:xfrm>
            <a:off x="8225435" y="3877011"/>
            <a:ext cx="2033883" cy="449375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83" name="그림 182">
            <a:extLst>
              <a:ext uri="{FF2B5EF4-FFF2-40B4-BE49-F238E27FC236}">
                <a16:creationId xmlns:a16="http://schemas.microsoft.com/office/drawing/2014/main" id="{81B9C377-9FC7-42C9-877C-FBB2CA337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986" y="3911323"/>
            <a:ext cx="333227" cy="333227"/>
          </a:xfrm>
          <a:prstGeom prst="rect">
            <a:avLst/>
          </a:prstGeom>
        </p:spPr>
      </p:pic>
      <p:sp>
        <p:nvSpPr>
          <p:cNvPr id="184" name="TextBox 183">
            <a:extLst>
              <a:ext uri="{FF2B5EF4-FFF2-40B4-BE49-F238E27FC236}">
                <a16:creationId xmlns:a16="http://schemas.microsoft.com/office/drawing/2014/main" id="{AEB3FC47-EF27-494F-860C-B1ADE51B5004}"/>
              </a:ext>
            </a:extLst>
          </p:cNvPr>
          <p:cNvSpPr txBox="1"/>
          <p:nvPr/>
        </p:nvSpPr>
        <p:spPr>
          <a:xfrm>
            <a:off x="8627943" y="3974043"/>
            <a:ext cx="151643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법조문 검증 에이전트</a:t>
            </a:r>
            <a:endParaRPr lang="en-US" altLang="ko-KR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0" name="사각형: 둥근 모서리 189">
            <a:extLst>
              <a:ext uri="{FF2B5EF4-FFF2-40B4-BE49-F238E27FC236}">
                <a16:creationId xmlns:a16="http://schemas.microsoft.com/office/drawing/2014/main" id="{34ED5033-D5FD-4C5F-A83A-6851A9646FCD}"/>
              </a:ext>
            </a:extLst>
          </p:cNvPr>
          <p:cNvSpPr/>
          <p:nvPr/>
        </p:nvSpPr>
        <p:spPr>
          <a:xfrm>
            <a:off x="8225435" y="4384873"/>
            <a:ext cx="2033883" cy="449375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91" name="그림 190">
            <a:extLst>
              <a:ext uri="{FF2B5EF4-FFF2-40B4-BE49-F238E27FC236}">
                <a16:creationId xmlns:a16="http://schemas.microsoft.com/office/drawing/2014/main" id="{06DB3744-15CA-4577-A3B1-DDB62BFD7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986" y="4419185"/>
            <a:ext cx="333227" cy="333227"/>
          </a:xfrm>
          <a:prstGeom prst="rect">
            <a:avLst/>
          </a:prstGeom>
        </p:spPr>
      </p:pic>
      <p:sp>
        <p:nvSpPr>
          <p:cNvPr id="192" name="TextBox 191">
            <a:extLst>
              <a:ext uri="{FF2B5EF4-FFF2-40B4-BE49-F238E27FC236}">
                <a16:creationId xmlns:a16="http://schemas.microsoft.com/office/drawing/2014/main" id="{95F56EAF-175C-4431-9F9C-9A91E05A2EDA}"/>
              </a:ext>
            </a:extLst>
          </p:cNvPr>
          <p:cNvSpPr txBox="1"/>
          <p:nvPr/>
        </p:nvSpPr>
        <p:spPr>
          <a:xfrm>
            <a:off x="8627943" y="4481905"/>
            <a:ext cx="151643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제재 검증 에이전트 </a:t>
            </a:r>
            <a:endParaRPr lang="en-US" altLang="ko-KR" sz="10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3" name="직사각형 192">
            <a:extLst>
              <a:ext uri="{FF2B5EF4-FFF2-40B4-BE49-F238E27FC236}">
                <a16:creationId xmlns:a16="http://schemas.microsoft.com/office/drawing/2014/main" id="{ED6CE285-634D-4E5F-A9B8-E950A56D4956}"/>
              </a:ext>
            </a:extLst>
          </p:cNvPr>
          <p:cNvSpPr/>
          <p:nvPr/>
        </p:nvSpPr>
        <p:spPr>
          <a:xfrm>
            <a:off x="8173765" y="3343245"/>
            <a:ext cx="2154682" cy="154631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4" name="순서도: 문서 193">
            <a:extLst>
              <a:ext uri="{FF2B5EF4-FFF2-40B4-BE49-F238E27FC236}">
                <a16:creationId xmlns:a16="http://schemas.microsoft.com/office/drawing/2014/main" id="{D39D7EF9-4E69-41EA-857F-BD70FD104777}"/>
              </a:ext>
            </a:extLst>
          </p:cNvPr>
          <p:cNvSpPr/>
          <p:nvPr/>
        </p:nvSpPr>
        <p:spPr>
          <a:xfrm>
            <a:off x="5301153" y="3890953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판정 및 정확한 조문 주입</a:t>
            </a:r>
          </a:p>
        </p:txBody>
      </p:sp>
      <p:sp>
        <p:nvSpPr>
          <p:cNvPr id="195" name="순서도: 문서 194">
            <a:extLst>
              <a:ext uri="{FF2B5EF4-FFF2-40B4-BE49-F238E27FC236}">
                <a16:creationId xmlns:a16="http://schemas.microsoft.com/office/drawing/2014/main" id="{89A80A9B-94F0-452E-8A08-6DC6BE7DCF83}"/>
              </a:ext>
            </a:extLst>
          </p:cNvPr>
          <p:cNvSpPr/>
          <p:nvPr/>
        </p:nvSpPr>
        <p:spPr>
          <a:xfrm>
            <a:off x="3929839" y="3890953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판정 및 불일치 기록</a:t>
            </a:r>
          </a:p>
        </p:txBody>
      </p:sp>
      <p:sp>
        <p:nvSpPr>
          <p:cNvPr id="196" name="순서도: 문서 195">
            <a:extLst>
              <a:ext uri="{FF2B5EF4-FFF2-40B4-BE49-F238E27FC236}">
                <a16:creationId xmlns:a16="http://schemas.microsoft.com/office/drawing/2014/main" id="{748A440C-FABA-4CFA-B02A-E78BD9FDFA32}"/>
              </a:ext>
            </a:extLst>
          </p:cNvPr>
          <p:cNvSpPr/>
          <p:nvPr/>
        </p:nvSpPr>
        <p:spPr>
          <a:xfrm>
            <a:off x="6653819" y="3890953"/>
            <a:ext cx="1197864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판정 및 원문 수치 </a:t>
            </a:r>
            <a:endParaRPr lang="en-US" altLang="ko-KR" sz="10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주입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F2695346-FC65-4D11-9C93-B23400014634}"/>
              </a:ext>
            </a:extLst>
          </p:cNvPr>
          <p:cNvCxnSpPr>
            <a:stCxn id="132" idx="2"/>
            <a:endCxn id="162" idx="0"/>
          </p:cNvCxnSpPr>
          <p:nvPr/>
        </p:nvCxnSpPr>
        <p:spPr>
          <a:xfrm flipH="1">
            <a:off x="4526575" y="2143873"/>
            <a:ext cx="3426" cy="173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F24F96C9-49BD-4A13-AD8D-4D24115D7F4E}"/>
              </a:ext>
            </a:extLst>
          </p:cNvPr>
          <p:cNvCxnSpPr>
            <a:cxnSpLocks/>
            <a:stCxn id="133" idx="2"/>
            <a:endCxn id="178" idx="0"/>
          </p:cNvCxnSpPr>
          <p:nvPr/>
        </p:nvCxnSpPr>
        <p:spPr>
          <a:xfrm>
            <a:off x="7252751" y="2143873"/>
            <a:ext cx="0" cy="173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7" name="직선 화살표 연결선 206">
            <a:extLst>
              <a:ext uri="{FF2B5EF4-FFF2-40B4-BE49-F238E27FC236}">
                <a16:creationId xmlns:a16="http://schemas.microsoft.com/office/drawing/2014/main" id="{B071D209-4F4C-4BDF-B891-4A366A36F650}"/>
              </a:ext>
            </a:extLst>
          </p:cNvPr>
          <p:cNvCxnSpPr>
            <a:cxnSpLocks/>
          </p:cNvCxnSpPr>
          <p:nvPr/>
        </p:nvCxnSpPr>
        <p:spPr>
          <a:xfrm>
            <a:off x="5891375" y="2143873"/>
            <a:ext cx="0" cy="173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4" name="사각형: 둥근 모서리 223">
            <a:extLst>
              <a:ext uri="{FF2B5EF4-FFF2-40B4-BE49-F238E27FC236}">
                <a16:creationId xmlns:a16="http://schemas.microsoft.com/office/drawing/2014/main" id="{70AD56B7-0A22-4EEC-B2E6-E62340CF9480}"/>
              </a:ext>
            </a:extLst>
          </p:cNvPr>
          <p:cNvSpPr/>
          <p:nvPr/>
        </p:nvSpPr>
        <p:spPr>
          <a:xfrm>
            <a:off x="3936351" y="3114637"/>
            <a:ext cx="3924041" cy="621791"/>
          </a:xfrm>
          <a:prstGeom prst="roundRect">
            <a:avLst/>
          </a:prstGeom>
          <a:solidFill>
            <a:srgbClr val="FBCDE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원문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⇔ 클레임 대조 </a:t>
            </a:r>
            <a:endParaRPr lang="en-US" altLang="ko-KR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Pass, Fail </a:t>
            </a: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</a:t>
            </a:r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Partial </a:t>
            </a:r>
            <a:r>
              <a: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판정</a:t>
            </a:r>
          </a:p>
        </p:txBody>
      </p:sp>
      <p:sp>
        <p:nvSpPr>
          <p:cNvPr id="225" name="사각형: 둥근 모서리 224">
            <a:extLst>
              <a:ext uri="{FF2B5EF4-FFF2-40B4-BE49-F238E27FC236}">
                <a16:creationId xmlns:a16="http://schemas.microsoft.com/office/drawing/2014/main" id="{89DABC5D-2294-4FB5-804E-57DFDE58DCBE}"/>
              </a:ext>
            </a:extLst>
          </p:cNvPr>
          <p:cNvSpPr/>
          <p:nvPr/>
        </p:nvSpPr>
        <p:spPr>
          <a:xfrm>
            <a:off x="3936351" y="4556617"/>
            <a:ext cx="3924041" cy="621791"/>
          </a:xfrm>
          <a:prstGeom prst="roundRect">
            <a:avLst/>
          </a:prstGeom>
          <a:solidFill>
            <a:srgbClr val="FBCDE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Cross-Agent Debate</a:t>
            </a:r>
            <a:endParaRPr lang="ko-KR" altLang="en-US" sz="11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9E079E84-4B92-4592-AB8F-841813872550}"/>
              </a:ext>
            </a:extLst>
          </p:cNvPr>
          <p:cNvCxnSpPr>
            <a:stCxn id="194" idx="2"/>
            <a:endCxn id="225" idx="0"/>
          </p:cNvCxnSpPr>
          <p:nvPr/>
        </p:nvCxnSpPr>
        <p:spPr>
          <a:xfrm flipH="1">
            <a:off x="5898372" y="4377703"/>
            <a:ext cx="1713" cy="178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연결선: 꺾임 196">
            <a:extLst>
              <a:ext uri="{FF2B5EF4-FFF2-40B4-BE49-F238E27FC236}">
                <a16:creationId xmlns:a16="http://schemas.microsoft.com/office/drawing/2014/main" id="{189FEF62-59F2-4306-986C-A8B9B54C57C7}"/>
              </a:ext>
            </a:extLst>
          </p:cNvPr>
          <p:cNvCxnSpPr>
            <a:stCxn id="196" idx="2"/>
            <a:endCxn id="225" idx="0"/>
          </p:cNvCxnSpPr>
          <p:nvPr/>
        </p:nvCxnSpPr>
        <p:spPr>
          <a:xfrm rot="5400000">
            <a:off x="6486105" y="3789971"/>
            <a:ext cx="178914" cy="135437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9" name="연결선: 꺾임 198">
            <a:extLst>
              <a:ext uri="{FF2B5EF4-FFF2-40B4-BE49-F238E27FC236}">
                <a16:creationId xmlns:a16="http://schemas.microsoft.com/office/drawing/2014/main" id="{A8251B40-7B62-4CC2-AE0D-DE8C61775F61}"/>
              </a:ext>
            </a:extLst>
          </p:cNvPr>
          <p:cNvCxnSpPr>
            <a:stCxn id="195" idx="2"/>
            <a:endCxn id="225" idx="0"/>
          </p:cNvCxnSpPr>
          <p:nvPr/>
        </p:nvCxnSpPr>
        <p:spPr>
          <a:xfrm rot="16200000" flipH="1">
            <a:off x="5124114" y="3782359"/>
            <a:ext cx="178914" cy="136960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4" name="사각형: 둥근 모서리 243">
            <a:extLst>
              <a:ext uri="{FF2B5EF4-FFF2-40B4-BE49-F238E27FC236}">
                <a16:creationId xmlns:a16="http://schemas.microsoft.com/office/drawing/2014/main" id="{07FF94E9-BE85-4DD4-8619-7B097B796022}"/>
              </a:ext>
            </a:extLst>
          </p:cNvPr>
          <p:cNvSpPr/>
          <p:nvPr/>
        </p:nvSpPr>
        <p:spPr>
          <a:xfrm>
            <a:off x="3927643" y="5575439"/>
            <a:ext cx="1197864" cy="621792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확정</a:t>
            </a:r>
            <a:r>
              <a:rPr lang="en-US" altLang="ko-KR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데이터셋 편입</a:t>
            </a:r>
          </a:p>
        </p:txBody>
      </p:sp>
      <p:cxnSp>
        <p:nvCxnSpPr>
          <p:cNvPr id="209" name="연결선: 꺾임 208">
            <a:extLst>
              <a:ext uri="{FF2B5EF4-FFF2-40B4-BE49-F238E27FC236}">
                <a16:creationId xmlns:a16="http://schemas.microsoft.com/office/drawing/2014/main" id="{575C643B-199C-4B28-BBBC-E7D42AEC812E}"/>
              </a:ext>
            </a:extLst>
          </p:cNvPr>
          <p:cNvCxnSpPr>
            <a:stCxn id="225" idx="2"/>
            <a:endCxn id="244" idx="0"/>
          </p:cNvCxnSpPr>
          <p:nvPr/>
        </p:nvCxnSpPr>
        <p:spPr>
          <a:xfrm rot="5400000">
            <a:off x="5013959" y="4691025"/>
            <a:ext cx="397031" cy="1371797"/>
          </a:xfrm>
          <a:prstGeom prst="bentConnector3">
            <a:avLst>
              <a:gd name="adj1" fmla="val 1709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8" name="사각형: 둥근 모서리 247">
            <a:extLst>
              <a:ext uri="{FF2B5EF4-FFF2-40B4-BE49-F238E27FC236}">
                <a16:creationId xmlns:a16="http://schemas.microsoft.com/office/drawing/2014/main" id="{CCB0BD9C-2E1C-4413-8C99-93FB327DF1C9}"/>
              </a:ext>
            </a:extLst>
          </p:cNvPr>
          <p:cNvSpPr/>
          <p:nvPr/>
        </p:nvSpPr>
        <p:spPr>
          <a:xfrm>
            <a:off x="5301323" y="5575439"/>
            <a:ext cx="1197864" cy="621792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자동 보강 후 </a:t>
            </a:r>
            <a:endParaRPr lang="en-US" altLang="ko-KR" sz="10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000" b="1" dirty="0" err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재검증</a:t>
            </a:r>
            <a:endParaRPr lang="ko-KR" altLang="en-US" sz="10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12" name="직선 화살표 연결선 211">
            <a:extLst>
              <a:ext uri="{FF2B5EF4-FFF2-40B4-BE49-F238E27FC236}">
                <a16:creationId xmlns:a16="http://schemas.microsoft.com/office/drawing/2014/main" id="{425A204F-74A2-4EE3-A2E0-9946ED34C163}"/>
              </a:ext>
            </a:extLst>
          </p:cNvPr>
          <p:cNvCxnSpPr>
            <a:stCxn id="225" idx="2"/>
            <a:endCxn id="248" idx="0"/>
          </p:cNvCxnSpPr>
          <p:nvPr/>
        </p:nvCxnSpPr>
        <p:spPr>
          <a:xfrm>
            <a:off x="5898372" y="5178408"/>
            <a:ext cx="1883" cy="397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2" name="사각형: 둥근 모서리 251">
            <a:extLst>
              <a:ext uri="{FF2B5EF4-FFF2-40B4-BE49-F238E27FC236}">
                <a16:creationId xmlns:a16="http://schemas.microsoft.com/office/drawing/2014/main" id="{1387B4C6-AC22-4F3A-892E-14BD82ECA5B6}"/>
              </a:ext>
            </a:extLst>
          </p:cNvPr>
          <p:cNvSpPr/>
          <p:nvPr/>
        </p:nvSpPr>
        <p:spPr>
          <a:xfrm>
            <a:off x="6675003" y="5575439"/>
            <a:ext cx="1197864" cy="621792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불일치 내용 보고서</a:t>
            </a:r>
            <a:r>
              <a:rPr lang="en-US" altLang="ko-KR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전문가 판단 요청</a:t>
            </a:r>
          </a:p>
        </p:txBody>
      </p:sp>
      <p:cxnSp>
        <p:nvCxnSpPr>
          <p:cNvPr id="216" name="연결선: 꺾임 215">
            <a:extLst>
              <a:ext uri="{FF2B5EF4-FFF2-40B4-BE49-F238E27FC236}">
                <a16:creationId xmlns:a16="http://schemas.microsoft.com/office/drawing/2014/main" id="{7DEB1539-7C88-462E-9CEB-DD5A3CC363E6}"/>
              </a:ext>
            </a:extLst>
          </p:cNvPr>
          <p:cNvCxnSpPr>
            <a:stCxn id="225" idx="2"/>
            <a:endCxn id="252" idx="0"/>
          </p:cNvCxnSpPr>
          <p:nvPr/>
        </p:nvCxnSpPr>
        <p:spPr>
          <a:xfrm rot="16200000" flipH="1">
            <a:off x="6387638" y="4689141"/>
            <a:ext cx="397031" cy="1375563"/>
          </a:xfrm>
          <a:prstGeom prst="bentConnector3">
            <a:avLst>
              <a:gd name="adj1" fmla="val 1709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5" name="사각형: 둥근 모서리 254">
            <a:extLst>
              <a:ext uri="{FF2B5EF4-FFF2-40B4-BE49-F238E27FC236}">
                <a16:creationId xmlns:a16="http://schemas.microsoft.com/office/drawing/2014/main" id="{9E86681F-7A9A-43CA-90F7-656005A29271}"/>
              </a:ext>
            </a:extLst>
          </p:cNvPr>
          <p:cNvSpPr/>
          <p:nvPr/>
        </p:nvSpPr>
        <p:spPr>
          <a:xfrm>
            <a:off x="4116557" y="5306581"/>
            <a:ext cx="762212" cy="179989"/>
          </a:xfrm>
          <a:prstGeom prst="roundRect">
            <a:avLst/>
          </a:prstGeom>
          <a:solidFill>
            <a:srgbClr val="A5B5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전체 </a:t>
            </a:r>
            <a:r>
              <a:rPr lang="en-US" altLang="ko-KR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Pass</a:t>
            </a:r>
            <a:endParaRPr lang="ko-KR" altLang="en-US" sz="9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6" name="사각형: 둥근 모서리 255">
            <a:extLst>
              <a:ext uri="{FF2B5EF4-FFF2-40B4-BE49-F238E27FC236}">
                <a16:creationId xmlns:a16="http://schemas.microsoft.com/office/drawing/2014/main" id="{1D51E248-11F2-44FF-AA6A-2C1DDE00A55C}"/>
              </a:ext>
            </a:extLst>
          </p:cNvPr>
          <p:cNvSpPr/>
          <p:nvPr/>
        </p:nvSpPr>
        <p:spPr>
          <a:xfrm>
            <a:off x="5517268" y="5306581"/>
            <a:ext cx="762212" cy="179989"/>
          </a:xfrm>
          <a:prstGeom prst="roundRect">
            <a:avLst/>
          </a:prstGeom>
          <a:solidFill>
            <a:srgbClr val="A5B5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Partial</a:t>
            </a:r>
            <a:endParaRPr lang="ko-KR" altLang="en-US" sz="9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7" name="사각형: 둥근 모서리 256">
            <a:extLst>
              <a:ext uri="{FF2B5EF4-FFF2-40B4-BE49-F238E27FC236}">
                <a16:creationId xmlns:a16="http://schemas.microsoft.com/office/drawing/2014/main" id="{474DAB9B-CDF8-4CCD-97DC-D855DAD68BD3}"/>
              </a:ext>
            </a:extLst>
          </p:cNvPr>
          <p:cNvSpPr/>
          <p:nvPr/>
        </p:nvSpPr>
        <p:spPr>
          <a:xfrm>
            <a:off x="6889063" y="5306581"/>
            <a:ext cx="762212" cy="179989"/>
          </a:xfrm>
          <a:prstGeom prst="roundRect">
            <a:avLst/>
          </a:prstGeom>
          <a:solidFill>
            <a:srgbClr val="A5B5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Fail </a:t>
            </a:r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포함</a:t>
            </a:r>
          </a:p>
        </p:txBody>
      </p:sp>
      <p:cxnSp>
        <p:nvCxnSpPr>
          <p:cNvPr id="219" name="연결선: 꺾임 218">
            <a:extLst>
              <a:ext uri="{FF2B5EF4-FFF2-40B4-BE49-F238E27FC236}">
                <a16:creationId xmlns:a16="http://schemas.microsoft.com/office/drawing/2014/main" id="{9AE30C85-E01A-4AC0-A994-022121473C70}"/>
              </a:ext>
            </a:extLst>
          </p:cNvPr>
          <p:cNvCxnSpPr>
            <a:stCxn id="193" idx="1"/>
            <a:endCxn id="224" idx="3"/>
          </p:cNvCxnSpPr>
          <p:nvPr/>
        </p:nvCxnSpPr>
        <p:spPr>
          <a:xfrm rot="10800000">
            <a:off x="7860393" y="3425534"/>
            <a:ext cx="313373" cy="690867"/>
          </a:xfrm>
          <a:prstGeom prst="bentConnector3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6" name="연결선: 꺾임 225">
            <a:extLst>
              <a:ext uri="{FF2B5EF4-FFF2-40B4-BE49-F238E27FC236}">
                <a16:creationId xmlns:a16="http://schemas.microsoft.com/office/drawing/2014/main" id="{5D1ED976-581A-4121-9E67-F54376176FE1}"/>
              </a:ext>
            </a:extLst>
          </p:cNvPr>
          <p:cNvCxnSpPr>
            <a:stCxn id="193" idx="1"/>
            <a:endCxn id="225" idx="3"/>
          </p:cNvCxnSpPr>
          <p:nvPr/>
        </p:nvCxnSpPr>
        <p:spPr>
          <a:xfrm rot="10800000" flipV="1">
            <a:off x="7860393" y="4116399"/>
            <a:ext cx="313373" cy="751113"/>
          </a:xfrm>
          <a:prstGeom prst="bentConnector3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0" name="연결선: 꺾임 229">
            <a:extLst>
              <a:ext uri="{FF2B5EF4-FFF2-40B4-BE49-F238E27FC236}">
                <a16:creationId xmlns:a16="http://schemas.microsoft.com/office/drawing/2014/main" id="{F2CC39C8-B736-4FEB-8781-1B81625A9404}"/>
              </a:ext>
            </a:extLst>
          </p:cNvPr>
          <p:cNvCxnSpPr>
            <a:stCxn id="248" idx="2"/>
            <a:endCxn id="117" idx="1"/>
          </p:cNvCxnSpPr>
          <p:nvPr/>
        </p:nvCxnSpPr>
        <p:spPr>
          <a:xfrm rot="5400000" flipH="1">
            <a:off x="2804451" y="3101428"/>
            <a:ext cx="5583797" cy="607811"/>
          </a:xfrm>
          <a:prstGeom prst="bentConnector4">
            <a:avLst>
              <a:gd name="adj1" fmla="val -4094"/>
              <a:gd name="adj2" fmla="val 61759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8" name="사각형: 둥근 모서리 287">
            <a:extLst>
              <a:ext uri="{FF2B5EF4-FFF2-40B4-BE49-F238E27FC236}">
                <a16:creationId xmlns:a16="http://schemas.microsoft.com/office/drawing/2014/main" id="{A270C9E7-85C9-4B7A-B9F7-20B06CF51410}"/>
              </a:ext>
            </a:extLst>
          </p:cNvPr>
          <p:cNvSpPr/>
          <p:nvPr/>
        </p:nvSpPr>
        <p:spPr>
          <a:xfrm>
            <a:off x="5292444" y="992367"/>
            <a:ext cx="1197865" cy="502125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클레임 분해</a:t>
            </a:r>
          </a:p>
        </p:txBody>
      </p:sp>
      <p:cxnSp>
        <p:nvCxnSpPr>
          <p:cNvPr id="277" name="직선 화살표 연결선 276">
            <a:extLst>
              <a:ext uri="{FF2B5EF4-FFF2-40B4-BE49-F238E27FC236}">
                <a16:creationId xmlns:a16="http://schemas.microsoft.com/office/drawing/2014/main" id="{D900482D-1DBF-4654-9D6C-CC89BAAA79BA}"/>
              </a:ext>
            </a:extLst>
          </p:cNvPr>
          <p:cNvCxnSpPr>
            <a:stCxn id="117" idx="2"/>
            <a:endCxn id="288" idx="0"/>
          </p:cNvCxnSpPr>
          <p:nvPr/>
        </p:nvCxnSpPr>
        <p:spPr>
          <a:xfrm>
            <a:off x="5891376" y="839580"/>
            <a:ext cx="1" cy="1527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2" name="직선 화살표 연결선 281">
            <a:extLst>
              <a:ext uri="{FF2B5EF4-FFF2-40B4-BE49-F238E27FC236}">
                <a16:creationId xmlns:a16="http://schemas.microsoft.com/office/drawing/2014/main" id="{38926F0E-8B03-43F2-9119-F0FEDB094FAB}"/>
              </a:ext>
            </a:extLst>
          </p:cNvPr>
          <p:cNvCxnSpPr>
            <a:stCxn id="288" idx="2"/>
            <a:endCxn id="131" idx="0"/>
          </p:cNvCxnSpPr>
          <p:nvPr/>
        </p:nvCxnSpPr>
        <p:spPr>
          <a:xfrm flipH="1">
            <a:off x="5891376" y="1494492"/>
            <a:ext cx="1" cy="162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9" name="연결선: 꺾임 288">
            <a:extLst>
              <a:ext uri="{FF2B5EF4-FFF2-40B4-BE49-F238E27FC236}">
                <a16:creationId xmlns:a16="http://schemas.microsoft.com/office/drawing/2014/main" id="{03E19644-EF78-46C9-BC0A-76D7E1D4FFBB}"/>
              </a:ext>
            </a:extLst>
          </p:cNvPr>
          <p:cNvCxnSpPr>
            <a:stCxn id="288" idx="2"/>
            <a:endCxn id="132" idx="0"/>
          </p:cNvCxnSpPr>
          <p:nvPr/>
        </p:nvCxnSpPr>
        <p:spPr>
          <a:xfrm rot="5400000">
            <a:off x="5129374" y="895119"/>
            <a:ext cx="162631" cy="136137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1" name="연결선: 꺾임 290">
            <a:extLst>
              <a:ext uri="{FF2B5EF4-FFF2-40B4-BE49-F238E27FC236}">
                <a16:creationId xmlns:a16="http://schemas.microsoft.com/office/drawing/2014/main" id="{1263A801-BD5A-4A13-AD4F-763CAE06B43A}"/>
              </a:ext>
            </a:extLst>
          </p:cNvPr>
          <p:cNvCxnSpPr>
            <a:stCxn id="288" idx="2"/>
            <a:endCxn id="133" idx="0"/>
          </p:cNvCxnSpPr>
          <p:nvPr/>
        </p:nvCxnSpPr>
        <p:spPr>
          <a:xfrm rot="16200000" flipH="1">
            <a:off x="6490749" y="895120"/>
            <a:ext cx="162631" cy="1361374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직선 화살표 연결선 295">
            <a:extLst>
              <a:ext uri="{FF2B5EF4-FFF2-40B4-BE49-F238E27FC236}">
                <a16:creationId xmlns:a16="http://schemas.microsoft.com/office/drawing/2014/main" id="{C9D50D0A-198F-4571-88A2-9499011E0CF4}"/>
              </a:ext>
            </a:extLst>
          </p:cNvPr>
          <p:cNvCxnSpPr>
            <a:stCxn id="120" idx="1"/>
            <a:endCxn id="288" idx="3"/>
          </p:cNvCxnSpPr>
          <p:nvPr/>
        </p:nvCxnSpPr>
        <p:spPr>
          <a:xfrm flipH="1" flipV="1">
            <a:off x="6490309" y="1243430"/>
            <a:ext cx="1735126" cy="24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A529AFFF-36CE-468E-918F-72F0DDBCB2A4}"/>
              </a:ext>
            </a:extLst>
          </p:cNvPr>
          <p:cNvSpPr/>
          <p:nvPr/>
        </p:nvSpPr>
        <p:spPr>
          <a:xfrm>
            <a:off x="8324285" y="1618644"/>
            <a:ext cx="1820092" cy="1574321"/>
          </a:xfrm>
          <a:prstGeom prst="roundRect">
            <a:avLst/>
          </a:prstGeom>
          <a:noFill/>
          <a:ln>
            <a:solidFill>
              <a:srgbClr val="5683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2DBFD3E-132F-4F4D-8E77-D0A804712701}"/>
              </a:ext>
            </a:extLst>
          </p:cNvPr>
          <p:cNvSpPr txBox="1"/>
          <p:nvPr/>
        </p:nvSpPr>
        <p:spPr>
          <a:xfrm>
            <a:off x="8390197" y="1618645"/>
            <a:ext cx="1688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>
                <a:latin typeface="Arial Rounded MT Bold" panose="020F0704030504030204" pitchFamily="34" charset="0"/>
                <a:ea typeface="나눔고딕" panose="020D0604000000000000" pitchFamily="50" charset="-127"/>
              </a:rPr>
              <a:t>External Knowledge </a:t>
            </a:r>
          </a:p>
          <a:p>
            <a:pPr algn="ctr"/>
            <a:r>
              <a:rPr lang="en-US" altLang="ko-KR" sz="1200">
                <a:latin typeface="Arial Rounded MT Bold" panose="020F0704030504030204" pitchFamily="34" charset="0"/>
                <a:ea typeface="나눔고딕" panose="020D0604000000000000" pitchFamily="50" charset="-127"/>
              </a:rPr>
              <a:t>                  (MCP)</a:t>
            </a:r>
            <a:endParaRPr lang="en-US" altLang="ko-KR" sz="1200" dirty="0">
              <a:latin typeface="Arial Rounded MT Bold" panose="020F0704030504030204" pitchFamily="34" charset="0"/>
              <a:ea typeface="나눔고딕" panose="020D0604000000000000" pitchFamily="50" charset="-127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E6F90215-052A-4581-9F57-67FE484802F3}"/>
              </a:ext>
            </a:extLst>
          </p:cNvPr>
          <p:cNvSpPr/>
          <p:nvPr/>
        </p:nvSpPr>
        <p:spPr>
          <a:xfrm>
            <a:off x="8669674" y="2164775"/>
            <a:ext cx="1358537" cy="252862"/>
          </a:xfrm>
          <a:prstGeom prst="roundRect">
            <a:avLst/>
          </a:prstGeom>
          <a:solidFill>
            <a:srgbClr val="56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법령 정보</a:t>
            </a:r>
          </a:p>
        </p:txBody>
      </p:sp>
      <p:pic>
        <p:nvPicPr>
          <p:cNvPr id="71" name="그림 70">
            <a:extLst>
              <a:ext uri="{FF2B5EF4-FFF2-40B4-BE49-F238E27FC236}">
                <a16:creationId xmlns:a16="http://schemas.microsoft.com/office/drawing/2014/main" id="{31806545-0BCA-4352-986D-22C1B65DE6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4439" y="2160811"/>
            <a:ext cx="273881" cy="273881"/>
          </a:xfrm>
          <a:prstGeom prst="rect">
            <a:avLst/>
          </a:prstGeom>
        </p:spPr>
      </p:pic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AA21B457-654B-4B04-A14A-9388E7C37646}"/>
              </a:ext>
            </a:extLst>
          </p:cNvPr>
          <p:cNvSpPr/>
          <p:nvPr/>
        </p:nvSpPr>
        <p:spPr>
          <a:xfrm>
            <a:off x="8669674" y="2506968"/>
            <a:ext cx="1358537" cy="252862"/>
          </a:xfrm>
          <a:prstGeom prst="roundRect">
            <a:avLst/>
          </a:prstGeom>
          <a:solidFill>
            <a:srgbClr val="56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판례 정보</a:t>
            </a:r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1001F08E-2704-4362-A37E-2A07C1FB78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4439" y="2503004"/>
            <a:ext cx="273881" cy="273881"/>
          </a:xfrm>
          <a:prstGeom prst="rect">
            <a:avLst/>
          </a:prstGeom>
        </p:spPr>
      </p:pic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08578B8F-A70E-43E3-90DA-D869F9FAC672}"/>
              </a:ext>
            </a:extLst>
          </p:cNvPr>
          <p:cNvSpPr/>
          <p:nvPr/>
        </p:nvSpPr>
        <p:spPr>
          <a:xfrm>
            <a:off x="8669674" y="2830528"/>
            <a:ext cx="1358537" cy="252862"/>
          </a:xfrm>
          <a:prstGeom prst="roundRect">
            <a:avLst/>
          </a:prstGeom>
          <a:solidFill>
            <a:srgbClr val="56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공정위 결정문 자료</a:t>
            </a:r>
          </a:p>
        </p:txBody>
      </p:sp>
      <p:pic>
        <p:nvPicPr>
          <p:cNvPr id="75" name="그림 74">
            <a:extLst>
              <a:ext uri="{FF2B5EF4-FFF2-40B4-BE49-F238E27FC236}">
                <a16:creationId xmlns:a16="http://schemas.microsoft.com/office/drawing/2014/main" id="{6E5D340D-3618-4D03-9981-1D516A67C6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4439" y="2826564"/>
            <a:ext cx="273881" cy="273881"/>
          </a:xfrm>
          <a:prstGeom prst="rect">
            <a:avLst/>
          </a:prstGeom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023774C1-D0D5-4828-998D-9D295EA87E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9641" y="1856788"/>
            <a:ext cx="785204" cy="198412"/>
          </a:xfrm>
          <a:prstGeom prst="rect">
            <a:avLst/>
          </a:prstGeom>
        </p:spPr>
      </p:pic>
      <p:sp>
        <p:nvSpPr>
          <p:cNvPr id="81" name="직사각형 80">
            <a:extLst>
              <a:ext uri="{FF2B5EF4-FFF2-40B4-BE49-F238E27FC236}">
                <a16:creationId xmlns:a16="http://schemas.microsoft.com/office/drawing/2014/main" id="{90304C20-891E-405D-9AA3-9BE2486B8646}"/>
              </a:ext>
            </a:extLst>
          </p:cNvPr>
          <p:cNvSpPr/>
          <p:nvPr/>
        </p:nvSpPr>
        <p:spPr>
          <a:xfrm>
            <a:off x="5269583" y="2200187"/>
            <a:ext cx="2619617" cy="80824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8DC3B4EC-21C4-46A0-93F7-9F377BB8EF67}"/>
              </a:ext>
            </a:extLst>
          </p:cNvPr>
          <p:cNvCxnSpPr>
            <a:cxnSpLocks/>
          </p:cNvCxnSpPr>
          <p:nvPr/>
        </p:nvCxnSpPr>
        <p:spPr>
          <a:xfrm flipH="1">
            <a:off x="7912060" y="2628468"/>
            <a:ext cx="412225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26610EAD-E75F-4ABA-B762-613043DFB4A2}"/>
              </a:ext>
            </a:extLst>
          </p:cNvPr>
          <p:cNvSpPr/>
          <p:nvPr/>
        </p:nvSpPr>
        <p:spPr>
          <a:xfrm>
            <a:off x="1781670" y="3616014"/>
            <a:ext cx="762212" cy="179989"/>
          </a:xfrm>
          <a:prstGeom prst="roundRect">
            <a:avLst/>
          </a:prstGeom>
          <a:solidFill>
            <a:srgbClr val="FBCD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err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재검증</a:t>
            </a:r>
            <a:endParaRPr lang="ko-KR" altLang="en-US" sz="9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5816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94">
            <a:extLst>
              <a:ext uri="{FF2B5EF4-FFF2-40B4-BE49-F238E27FC236}">
                <a16:creationId xmlns:a16="http://schemas.microsoft.com/office/drawing/2014/main" id="{FFD2094F-7B42-40DD-B922-5F1A537A563B}"/>
              </a:ext>
            </a:extLst>
          </p:cNvPr>
          <p:cNvSpPr txBox="1"/>
          <p:nvPr/>
        </p:nvSpPr>
        <p:spPr>
          <a:xfrm>
            <a:off x="376428" y="368300"/>
            <a:ext cx="3624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highlight>
                  <a:srgbClr val="00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Query Re-writing(Scenario)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E88C3472-98C7-4FFB-B656-C6D1CFFA8FA3}"/>
              </a:ext>
            </a:extLst>
          </p:cNvPr>
          <p:cNvSpPr/>
          <p:nvPr/>
        </p:nvSpPr>
        <p:spPr>
          <a:xfrm>
            <a:off x="3869157" y="1705814"/>
            <a:ext cx="3234376" cy="172718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05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05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05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당신은 법률 질의 분석 및 재작성 모듈입니다</a:t>
            </a:r>
            <a:r>
              <a:rPr lang="en-US" altLang="ko-KR" sz="105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br>
              <a:rPr lang="en-US" altLang="ko-KR" sz="105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br>
              <a:rPr lang="en-US" altLang="ko-KR" sz="105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sz="105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Step 1. </a:t>
            </a:r>
            <a:r>
              <a:rPr lang="ko-KR" altLang="en-US" sz="105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질의를 다음 중 하나로 분류하세요</a:t>
            </a:r>
            <a:r>
              <a:rPr lang="en-US" altLang="ko-KR" sz="105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</a:t>
            </a:r>
            <a:br>
              <a:rPr lang="en-US" altLang="ko-KR" sz="105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sz="105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SANCTION / STATUTE / CASE / STATISTICS / MARKET</a:t>
            </a:r>
            <a:br>
              <a:rPr lang="en-US" altLang="ko-KR" sz="105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br>
              <a:rPr lang="en-US" altLang="ko-KR" sz="105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sz="105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Step 2. </a:t>
            </a:r>
            <a:r>
              <a:rPr lang="ko-KR" altLang="en-US" sz="105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질의에서 다음 요소를 추출하세요</a:t>
            </a:r>
            <a:r>
              <a:rPr lang="en-US" altLang="ko-KR" sz="105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· · ·.</a:t>
            </a:r>
          </a:p>
          <a:p>
            <a:r>
              <a:rPr lang="en-US" altLang="ko-KR" sz="105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· ·</a:t>
            </a:r>
          </a:p>
        </p:txBody>
      </p:sp>
      <p:pic>
        <p:nvPicPr>
          <p:cNvPr id="85" name="그림 84">
            <a:extLst>
              <a:ext uri="{FF2B5EF4-FFF2-40B4-BE49-F238E27FC236}">
                <a16:creationId xmlns:a16="http://schemas.microsoft.com/office/drawing/2014/main" id="{C90AFF4A-E44E-449C-AC9A-6592C1F154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363" y="1229731"/>
            <a:ext cx="438964" cy="438964"/>
          </a:xfrm>
          <a:prstGeom prst="rect">
            <a:avLst/>
          </a:prstGeom>
        </p:spPr>
      </p:pic>
      <p:pic>
        <p:nvPicPr>
          <p:cNvPr id="87" name="그림 86">
            <a:extLst>
              <a:ext uri="{FF2B5EF4-FFF2-40B4-BE49-F238E27FC236}">
                <a16:creationId xmlns:a16="http://schemas.microsoft.com/office/drawing/2014/main" id="{6E80F4DE-50AF-41D4-9208-8D4E80A31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444" y="2662434"/>
            <a:ext cx="923330" cy="923330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4EEDF1CD-BCE1-405C-A6DA-505968D20014}"/>
              </a:ext>
            </a:extLst>
          </p:cNvPr>
          <p:cNvSpPr txBox="1"/>
          <p:nvPr/>
        </p:nvSpPr>
        <p:spPr>
          <a:xfrm>
            <a:off x="1375837" y="3699256"/>
            <a:ext cx="1718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User Query</a:t>
            </a:r>
            <a:endParaRPr lang="ko-KR" altLang="en-US" sz="18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9" name="화살표: 아래쪽 88">
            <a:extLst>
              <a:ext uri="{FF2B5EF4-FFF2-40B4-BE49-F238E27FC236}">
                <a16:creationId xmlns:a16="http://schemas.microsoft.com/office/drawing/2014/main" id="{984B5E3F-B812-4228-A1A9-4E50659C45FA}"/>
              </a:ext>
            </a:extLst>
          </p:cNvPr>
          <p:cNvSpPr/>
          <p:nvPr/>
        </p:nvSpPr>
        <p:spPr>
          <a:xfrm rot="16200000">
            <a:off x="3212258" y="2416153"/>
            <a:ext cx="571496" cy="492558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말풍선: 모서리가 둥근 사각형 3">
            <a:extLst>
              <a:ext uri="{FF2B5EF4-FFF2-40B4-BE49-F238E27FC236}">
                <a16:creationId xmlns:a16="http://schemas.microsoft.com/office/drawing/2014/main" id="{87EC094B-7D77-4D78-AF6B-725C0E19972F}"/>
              </a:ext>
            </a:extLst>
          </p:cNvPr>
          <p:cNvSpPr/>
          <p:nvPr/>
        </p:nvSpPr>
        <p:spPr>
          <a:xfrm>
            <a:off x="1375837" y="1549654"/>
            <a:ext cx="1875890" cy="829480"/>
          </a:xfrm>
          <a:prstGeom prst="wedgeRoundRectCallout">
            <a:avLst>
              <a:gd name="adj1" fmla="val -2606"/>
              <a:gd name="adj2" fmla="val 76790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자사상품을 검색 상단에 올리면 문제 되나요</a:t>
            </a:r>
            <a:r>
              <a:rPr lang="en-US" altLang="ko-KR" sz="1200" b="1" dirty="0">
                <a:solidFill>
                  <a:sysClr val="windowText" lastClr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  <a:endParaRPr lang="ko-KR" altLang="en-US" sz="1200" b="1" dirty="0">
              <a:solidFill>
                <a:sysClr val="windowText" lastClr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849008D-1FE0-4370-95EF-05FAF583804B}"/>
              </a:ext>
            </a:extLst>
          </p:cNvPr>
          <p:cNvSpPr txBox="1"/>
          <p:nvPr/>
        </p:nvSpPr>
        <p:spPr>
          <a:xfrm>
            <a:off x="4148030" y="3433002"/>
            <a:ext cx="24722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Query Re-writing </a:t>
            </a:r>
          </a:p>
          <a:p>
            <a:pPr algn="ctr"/>
            <a:r>
              <a:rPr lang="en-US" altLang="ko-KR" dirty="0">
                <a:latin typeface="Arial Rounded MT Bold" panose="020F0704030504030204" pitchFamily="34" charset="0"/>
              </a:rPr>
              <a:t>&amp;</a:t>
            </a:r>
            <a:br>
              <a:rPr lang="en-US" altLang="ko-KR" dirty="0">
                <a:latin typeface="Arial Rounded MT Bold" panose="020F0704030504030204" pitchFamily="34" charset="0"/>
              </a:rPr>
            </a:br>
            <a:r>
              <a:rPr lang="en-US" altLang="ko-KR" dirty="0">
                <a:latin typeface="Arial Rounded MT Bold" panose="020F0704030504030204" pitchFamily="34" charset="0"/>
              </a:rPr>
              <a:t>Intent Classification</a:t>
            </a:r>
            <a:endParaRPr lang="ko-KR" altLang="en-US" sz="18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6" name="화살표: 아래쪽 95">
            <a:extLst>
              <a:ext uri="{FF2B5EF4-FFF2-40B4-BE49-F238E27FC236}">
                <a16:creationId xmlns:a16="http://schemas.microsoft.com/office/drawing/2014/main" id="{0E9A3FF5-2053-443B-A234-BE045E1471AC}"/>
              </a:ext>
            </a:extLst>
          </p:cNvPr>
          <p:cNvSpPr/>
          <p:nvPr/>
        </p:nvSpPr>
        <p:spPr>
          <a:xfrm rot="16200000">
            <a:off x="7205078" y="2416153"/>
            <a:ext cx="571496" cy="492558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순서도: 문서 96">
            <a:extLst>
              <a:ext uri="{FF2B5EF4-FFF2-40B4-BE49-F238E27FC236}">
                <a16:creationId xmlns:a16="http://schemas.microsoft.com/office/drawing/2014/main" id="{7CDC98C7-75CE-4485-B1C4-9CFDAD205549}"/>
              </a:ext>
            </a:extLst>
          </p:cNvPr>
          <p:cNvSpPr/>
          <p:nvPr/>
        </p:nvSpPr>
        <p:spPr>
          <a:xfrm>
            <a:off x="7878120" y="1983638"/>
            <a:ext cx="3467213" cy="1445362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Intent: SANCTION</a:t>
            </a:r>
          </a:p>
          <a:p>
            <a:r>
              <a:rPr lang="en-US" altLang="ko-KR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Re-written Query: </a:t>
            </a:r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플랫폼이 자사상품</a:t>
            </a:r>
            <a:r>
              <a:rPr lang="en-US" altLang="ko-KR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(PB)</a:t>
            </a:r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검색결과 상단에 우대 노출하거나 검색순위를 조정하는 경우 공정거래법상 위반 여부 및 제재 사례 분석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73D85F5-0715-471A-ACAF-A43AEA793EA4}"/>
              </a:ext>
            </a:extLst>
          </p:cNvPr>
          <p:cNvSpPr txBox="1"/>
          <p:nvPr/>
        </p:nvSpPr>
        <p:spPr>
          <a:xfrm>
            <a:off x="8752359" y="3560756"/>
            <a:ext cx="17187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Arial Rounded MT Bold" panose="020F0704030504030204" pitchFamily="34" charset="0"/>
              </a:rPr>
              <a:t>Re-written</a:t>
            </a:r>
            <a:r>
              <a:rPr lang="ko-KR" altLang="en-US" dirty="0">
                <a:latin typeface="Arial Rounded MT Bold" panose="020F0704030504030204" pitchFamily="34" charset="0"/>
              </a:rPr>
              <a:t> </a:t>
            </a:r>
            <a:r>
              <a:rPr lang="en-US" altLang="ko-KR" dirty="0">
                <a:latin typeface="Arial Rounded MT Bold" panose="020F0704030504030204" pitchFamily="34" charset="0"/>
              </a:rPr>
              <a:t>Query</a:t>
            </a:r>
            <a:endParaRPr lang="ko-KR" altLang="en-US" sz="18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6C6942-5FE2-4BCF-8F9F-7731EE23D783}"/>
              </a:ext>
            </a:extLst>
          </p:cNvPr>
          <p:cNvSpPr txBox="1"/>
          <p:nvPr/>
        </p:nvSpPr>
        <p:spPr>
          <a:xfrm>
            <a:off x="1375837" y="5621867"/>
            <a:ext cx="7376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유저 쿼리에 맞춘  </a:t>
            </a:r>
            <a:r>
              <a:rPr lang="en-US" altLang="ko-KR" dirty="0"/>
              <a:t>re-written Query </a:t>
            </a:r>
            <a:r>
              <a:rPr lang="ko-KR" altLang="en-US" dirty="0"/>
              <a:t>수정 필요</a:t>
            </a:r>
            <a:r>
              <a:rPr lang="en-US" altLang="ko-KR" dirty="0"/>
              <a:t>(</a:t>
            </a:r>
            <a:r>
              <a:rPr lang="ko-KR" altLang="en-US" dirty="0"/>
              <a:t>완료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C0FE122-ECB1-497D-878B-52D227777A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9212" y="1813024"/>
            <a:ext cx="211557" cy="21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21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94">
            <a:extLst>
              <a:ext uri="{FF2B5EF4-FFF2-40B4-BE49-F238E27FC236}">
                <a16:creationId xmlns:a16="http://schemas.microsoft.com/office/drawing/2014/main" id="{FFD2094F-7B42-40DD-B922-5F1A537A563B}"/>
              </a:ext>
            </a:extLst>
          </p:cNvPr>
          <p:cNvSpPr txBox="1"/>
          <p:nvPr/>
        </p:nvSpPr>
        <p:spPr>
          <a:xfrm>
            <a:off x="376428" y="368300"/>
            <a:ext cx="3624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highlight>
                  <a:srgbClr val="00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Internal Retrieval(Scenario)</a:t>
            </a:r>
          </a:p>
        </p:txBody>
      </p:sp>
      <p:sp>
        <p:nvSpPr>
          <p:cNvPr id="3" name="순서도: 문서 2">
            <a:extLst>
              <a:ext uri="{FF2B5EF4-FFF2-40B4-BE49-F238E27FC236}">
                <a16:creationId xmlns:a16="http://schemas.microsoft.com/office/drawing/2014/main" id="{31EC9D33-C6EA-4724-8FB2-776BE938FA2C}"/>
              </a:ext>
            </a:extLst>
          </p:cNvPr>
          <p:cNvSpPr/>
          <p:nvPr/>
        </p:nvSpPr>
        <p:spPr>
          <a:xfrm>
            <a:off x="614693" y="1827527"/>
            <a:ext cx="1428807" cy="581762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플랫폼이 자사상품</a:t>
            </a:r>
            <a:r>
              <a:rPr lang="en-US" altLang="ko-KR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(PB)</a:t>
            </a:r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</a:t>
            </a:r>
            <a:r>
              <a:rPr lang="en-US" altLang="ko-KR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검색결과 상단에 </a:t>
            </a:r>
            <a:r>
              <a:rPr lang="en-US" altLang="ko-KR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· ·</a:t>
            </a:r>
            <a:endParaRPr lang="ko-KR" altLang="en-US" sz="10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F133F0-4931-466D-AB3F-6F3D87418F29}"/>
              </a:ext>
            </a:extLst>
          </p:cNvPr>
          <p:cNvSpPr txBox="1"/>
          <p:nvPr/>
        </p:nvSpPr>
        <p:spPr>
          <a:xfrm>
            <a:off x="469731" y="2409289"/>
            <a:ext cx="17187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Arial Rounded MT Bold" panose="020F0704030504030204" pitchFamily="34" charset="0"/>
              </a:rPr>
              <a:t>Re-written</a:t>
            </a:r>
            <a:r>
              <a:rPr lang="ko-KR" altLang="en-US" sz="1200" dirty="0">
                <a:latin typeface="Arial Rounded MT Bold" panose="020F0704030504030204" pitchFamily="34" charset="0"/>
              </a:rPr>
              <a:t> </a:t>
            </a:r>
            <a:r>
              <a:rPr lang="en-US" altLang="ko-KR" sz="1200" dirty="0">
                <a:latin typeface="Arial Rounded MT Bold" panose="020F0704030504030204" pitchFamily="34" charset="0"/>
              </a:rPr>
              <a:t>Query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6548FB8F-5474-4BB2-8BD1-CBD167094C07}"/>
              </a:ext>
            </a:extLst>
          </p:cNvPr>
          <p:cNvSpPr/>
          <p:nvPr/>
        </p:nvSpPr>
        <p:spPr>
          <a:xfrm rot="16200000">
            <a:off x="2278486" y="1808985"/>
            <a:ext cx="571496" cy="492558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94CE646-F35D-4F1D-A29A-29ACBED6A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442" y="1669709"/>
            <a:ext cx="651933" cy="6519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90032F-025C-4FEA-9FC1-7BC21E3B9270}"/>
              </a:ext>
            </a:extLst>
          </p:cNvPr>
          <p:cNvSpPr txBox="1"/>
          <p:nvPr/>
        </p:nvSpPr>
        <p:spPr>
          <a:xfrm>
            <a:off x="2681018" y="2409289"/>
            <a:ext cx="17187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Arial Rounded MT Bold" panose="020F0704030504030204" pitchFamily="34" charset="0"/>
              </a:rPr>
              <a:t>Embedding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화살표: 아래쪽 12">
            <a:extLst>
              <a:ext uri="{FF2B5EF4-FFF2-40B4-BE49-F238E27FC236}">
                <a16:creationId xmlns:a16="http://schemas.microsoft.com/office/drawing/2014/main" id="{A5EC7190-8318-4285-A5C1-DB26A86B465E}"/>
              </a:ext>
            </a:extLst>
          </p:cNvPr>
          <p:cNvSpPr/>
          <p:nvPr/>
        </p:nvSpPr>
        <p:spPr>
          <a:xfrm rot="16200000">
            <a:off x="4308705" y="1843124"/>
            <a:ext cx="571496" cy="492558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50DA1C-C615-4F59-9526-D894BD24889A}"/>
              </a:ext>
            </a:extLst>
          </p:cNvPr>
          <p:cNvSpPr txBox="1"/>
          <p:nvPr/>
        </p:nvSpPr>
        <p:spPr>
          <a:xfrm>
            <a:off x="4853719" y="2409289"/>
            <a:ext cx="17187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Query Vector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8" name="순서도: 문서 17">
            <a:extLst>
              <a:ext uri="{FF2B5EF4-FFF2-40B4-BE49-F238E27FC236}">
                <a16:creationId xmlns:a16="http://schemas.microsoft.com/office/drawing/2014/main" id="{3C524F74-CF63-4685-B0EB-0F550F83FD32}"/>
              </a:ext>
            </a:extLst>
          </p:cNvPr>
          <p:cNvSpPr/>
          <p:nvPr/>
        </p:nvSpPr>
        <p:spPr>
          <a:xfrm>
            <a:off x="5114153" y="1827527"/>
            <a:ext cx="1197864" cy="581762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5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0.4, 0.7, 0.1, · · · </a:t>
            </a:r>
            <a:endParaRPr lang="ko-KR" altLang="en-US" sz="105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99D7534D-D6D3-42DC-882B-9EAD4FCD421C}"/>
              </a:ext>
            </a:extLst>
          </p:cNvPr>
          <p:cNvSpPr/>
          <p:nvPr/>
        </p:nvSpPr>
        <p:spPr>
          <a:xfrm rot="16200000">
            <a:off x="6574011" y="1843125"/>
            <a:ext cx="571496" cy="492558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081F9A-58DF-4623-96C7-FB59EFDAAC76}"/>
              </a:ext>
            </a:extLst>
          </p:cNvPr>
          <p:cNvSpPr txBox="1"/>
          <p:nvPr/>
        </p:nvSpPr>
        <p:spPr>
          <a:xfrm>
            <a:off x="7145406" y="2292901"/>
            <a:ext cx="17187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Calculate </a:t>
            </a:r>
          </a:p>
          <a:p>
            <a:pPr algn="ctr"/>
            <a:r>
              <a:rPr lang="en-US" altLang="ko-KR" sz="1200" dirty="0">
                <a:latin typeface="Arial Rounded MT Bold" panose="020F0704030504030204" pitchFamily="34" charset="0"/>
              </a:rPr>
              <a:t>Cosine Similarity</a:t>
            </a:r>
            <a:endParaRPr lang="en-US" altLang="ko-KR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A33B1EB6-14C1-451F-AD09-E609A9191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4394" y="1704153"/>
            <a:ext cx="651933" cy="651933"/>
          </a:xfrm>
          <a:prstGeom prst="rect">
            <a:avLst/>
          </a:prstGeom>
        </p:spPr>
      </p:pic>
      <p:sp>
        <p:nvSpPr>
          <p:cNvPr id="24" name="화살표: 아래쪽 23">
            <a:extLst>
              <a:ext uri="{FF2B5EF4-FFF2-40B4-BE49-F238E27FC236}">
                <a16:creationId xmlns:a16="http://schemas.microsoft.com/office/drawing/2014/main" id="{3E3084BB-7A07-4164-B5F2-F54E09B494F9}"/>
              </a:ext>
            </a:extLst>
          </p:cNvPr>
          <p:cNvSpPr/>
          <p:nvPr/>
        </p:nvSpPr>
        <p:spPr>
          <a:xfrm rot="16200000">
            <a:off x="8866458" y="1877262"/>
            <a:ext cx="571496" cy="492558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29F02C0-995C-403B-938E-CF071C31CE9B}"/>
              </a:ext>
            </a:extLst>
          </p:cNvPr>
          <p:cNvGrpSpPr/>
          <p:nvPr/>
        </p:nvGrpSpPr>
        <p:grpSpPr>
          <a:xfrm>
            <a:off x="9612093" y="1769515"/>
            <a:ext cx="1306432" cy="698898"/>
            <a:chOff x="9616706" y="2695296"/>
            <a:chExt cx="1306432" cy="698898"/>
          </a:xfrm>
        </p:grpSpPr>
        <p:sp>
          <p:nvSpPr>
            <p:cNvPr id="25" name="순서도: 문서 24">
              <a:extLst>
                <a:ext uri="{FF2B5EF4-FFF2-40B4-BE49-F238E27FC236}">
                  <a16:creationId xmlns:a16="http://schemas.microsoft.com/office/drawing/2014/main" id="{CBF6A46A-132B-414A-AC61-E1C70D56F100}"/>
                </a:ext>
              </a:extLst>
            </p:cNvPr>
            <p:cNvSpPr/>
            <p:nvPr/>
          </p:nvSpPr>
          <p:spPr>
            <a:xfrm>
              <a:off x="9725274" y="2695296"/>
              <a:ext cx="1197864" cy="581762"/>
            </a:xfrm>
            <a:prstGeom prst="flowChartDocument">
              <a:avLst/>
            </a:prstGeom>
            <a:solidFill>
              <a:srgbClr val="C5E0B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6" name="순서도: 문서 25">
              <a:extLst>
                <a:ext uri="{FF2B5EF4-FFF2-40B4-BE49-F238E27FC236}">
                  <a16:creationId xmlns:a16="http://schemas.microsoft.com/office/drawing/2014/main" id="{266F7F7B-2A2E-4DC8-A6E9-3FFCD1CCF157}"/>
                </a:ext>
              </a:extLst>
            </p:cNvPr>
            <p:cNvSpPr/>
            <p:nvPr/>
          </p:nvSpPr>
          <p:spPr>
            <a:xfrm>
              <a:off x="9670990" y="2752075"/>
              <a:ext cx="1197864" cy="581762"/>
            </a:xfrm>
            <a:prstGeom prst="flowChartDocument">
              <a:avLst/>
            </a:prstGeom>
            <a:solidFill>
              <a:srgbClr val="C5E0B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7" name="순서도: 문서 26">
              <a:extLst>
                <a:ext uri="{FF2B5EF4-FFF2-40B4-BE49-F238E27FC236}">
                  <a16:creationId xmlns:a16="http://schemas.microsoft.com/office/drawing/2014/main" id="{84E63D24-6A76-4E0F-BA28-D83617963456}"/>
                </a:ext>
              </a:extLst>
            </p:cNvPr>
            <p:cNvSpPr/>
            <p:nvPr/>
          </p:nvSpPr>
          <p:spPr>
            <a:xfrm>
              <a:off x="9616706" y="2812432"/>
              <a:ext cx="1197864" cy="581762"/>
            </a:xfrm>
            <a:prstGeom prst="flowChartDocument">
              <a:avLst/>
            </a:prstGeom>
            <a:solidFill>
              <a:srgbClr val="C5E0B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판단</a:t>
              </a:r>
              <a:r>
                <a:rPr lang="en-US" altLang="ko-KR" sz="11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1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핵심</a:t>
              </a:r>
              <a:endPara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r>
                <a:rPr lang="en-US" altLang="ko-KR" sz="11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- </a:t>
              </a:r>
              <a:r>
                <a:rPr lang="ko-KR" altLang="en-US" sz="11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검색순위는 </a:t>
              </a:r>
              <a:r>
                <a:rPr lang="en-US" altLang="ko-KR" sz="11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· · · </a:t>
              </a:r>
              <a:endPara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F8263B1-AAA4-4E60-8B8D-F875CC698C97}"/>
              </a:ext>
            </a:extLst>
          </p:cNvPr>
          <p:cNvSpPr txBox="1"/>
          <p:nvPr/>
        </p:nvSpPr>
        <p:spPr>
          <a:xfrm>
            <a:off x="9405942" y="2464835"/>
            <a:ext cx="17187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Arial Rounded MT Bold" panose="020F0704030504030204" pitchFamily="34" charset="0"/>
              </a:rPr>
              <a:t>Resolution </a:t>
            </a:r>
          </a:p>
          <a:p>
            <a:pPr algn="ctr"/>
            <a:r>
              <a:rPr lang="en-US" altLang="ko-KR" sz="1200" dirty="0">
                <a:latin typeface="Arial Rounded MT Bold" panose="020F0704030504030204" pitchFamily="34" charset="0"/>
              </a:rPr>
              <a:t>Chunks</a:t>
            </a:r>
            <a:endParaRPr lang="en-US" altLang="ko-KR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1EAFC720-2BF5-444D-BB46-48DA81482C4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672144" y="2393682"/>
            <a:ext cx="742712" cy="1481415"/>
          </a:xfrm>
          <a:prstGeom prst="bentConnector2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화살표: 아래쪽 45">
            <a:extLst>
              <a:ext uri="{FF2B5EF4-FFF2-40B4-BE49-F238E27FC236}">
                <a16:creationId xmlns:a16="http://schemas.microsoft.com/office/drawing/2014/main" id="{3092F690-33FD-4557-B79C-B696B9338D73}"/>
              </a:ext>
            </a:extLst>
          </p:cNvPr>
          <p:cNvSpPr/>
          <p:nvPr/>
        </p:nvSpPr>
        <p:spPr>
          <a:xfrm rot="16200000">
            <a:off x="4308705" y="3259467"/>
            <a:ext cx="571496" cy="492558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8618D2E-4342-48D3-B74F-66C62C773E24}"/>
              </a:ext>
            </a:extLst>
          </p:cNvPr>
          <p:cNvSpPr txBox="1"/>
          <p:nvPr/>
        </p:nvSpPr>
        <p:spPr>
          <a:xfrm>
            <a:off x="2681018" y="3721650"/>
            <a:ext cx="17187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Sparsity Search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6B2B8569-B70A-420B-8DF7-D9A184DF1A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8630" y="3078108"/>
            <a:ext cx="651933" cy="651933"/>
          </a:xfrm>
          <a:prstGeom prst="rect">
            <a:avLst/>
          </a:prstGeom>
        </p:spPr>
      </p:pic>
      <p:grpSp>
        <p:nvGrpSpPr>
          <p:cNvPr id="57" name="그룹 56">
            <a:extLst>
              <a:ext uri="{FF2B5EF4-FFF2-40B4-BE49-F238E27FC236}">
                <a16:creationId xmlns:a16="http://schemas.microsoft.com/office/drawing/2014/main" id="{04B63247-14D9-4C95-9BCC-126247ED2E43}"/>
              </a:ext>
            </a:extLst>
          </p:cNvPr>
          <p:cNvGrpSpPr/>
          <p:nvPr/>
        </p:nvGrpSpPr>
        <p:grpSpPr>
          <a:xfrm>
            <a:off x="5059869" y="3078108"/>
            <a:ext cx="1306432" cy="571496"/>
            <a:chOff x="9616706" y="2695296"/>
            <a:chExt cx="1306432" cy="698898"/>
          </a:xfrm>
        </p:grpSpPr>
        <p:sp>
          <p:nvSpPr>
            <p:cNvPr id="58" name="순서도: 문서 57">
              <a:extLst>
                <a:ext uri="{FF2B5EF4-FFF2-40B4-BE49-F238E27FC236}">
                  <a16:creationId xmlns:a16="http://schemas.microsoft.com/office/drawing/2014/main" id="{6F1A0087-9950-4400-A914-791A3C2FE78B}"/>
                </a:ext>
              </a:extLst>
            </p:cNvPr>
            <p:cNvSpPr/>
            <p:nvPr/>
          </p:nvSpPr>
          <p:spPr>
            <a:xfrm>
              <a:off x="9725274" y="2695296"/>
              <a:ext cx="1197864" cy="581762"/>
            </a:xfrm>
            <a:prstGeom prst="flowChartDocument">
              <a:avLst/>
            </a:prstGeom>
            <a:solidFill>
              <a:srgbClr val="C5E0B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9" name="순서도: 문서 58">
              <a:extLst>
                <a:ext uri="{FF2B5EF4-FFF2-40B4-BE49-F238E27FC236}">
                  <a16:creationId xmlns:a16="http://schemas.microsoft.com/office/drawing/2014/main" id="{CAE71373-6049-4280-828A-EA4A68DE4CD9}"/>
                </a:ext>
              </a:extLst>
            </p:cNvPr>
            <p:cNvSpPr/>
            <p:nvPr/>
          </p:nvSpPr>
          <p:spPr>
            <a:xfrm>
              <a:off x="9670990" y="2752075"/>
              <a:ext cx="1197864" cy="581762"/>
            </a:xfrm>
            <a:prstGeom prst="flowChartDocument">
              <a:avLst/>
            </a:prstGeom>
            <a:solidFill>
              <a:srgbClr val="C5E0B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0" name="순서도: 문서 59">
              <a:extLst>
                <a:ext uri="{FF2B5EF4-FFF2-40B4-BE49-F238E27FC236}">
                  <a16:creationId xmlns:a16="http://schemas.microsoft.com/office/drawing/2014/main" id="{1E12FCFD-3646-4B6C-A87F-75AF12C43C7C}"/>
                </a:ext>
              </a:extLst>
            </p:cNvPr>
            <p:cNvSpPr/>
            <p:nvPr/>
          </p:nvSpPr>
          <p:spPr>
            <a:xfrm>
              <a:off x="9616706" y="2812432"/>
              <a:ext cx="1197864" cy="581762"/>
            </a:xfrm>
            <a:prstGeom prst="flowChartDocument">
              <a:avLst/>
            </a:prstGeom>
            <a:solidFill>
              <a:srgbClr val="C5E0B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err="1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피심인은</a:t>
              </a:r>
              <a:r>
                <a:rPr lang="ko-KR" altLang="en-US" sz="10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정당한 사유 없이 </a:t>
              </a:r>
              <a:r>
                <a:rPr lang="en-US" altLang="ko-KR" sz="10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· · ·</a:t>
              </a:r>
              <a:r>
                <a:rPr lang="ko-KR" altLang="en-US" sz="10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9E818245-7296-4826-8915-628E73B84360}"/>
              </a:ext>
            </a:extLst>
          </p:cNvPr>
          <p:cNvSpPr txBox="1"/>
          <p:nvPr/>
        </p:nvSpPr>
        <p:spPr>
          <a:xfrm>
            <a:off x="4859747" y="3642920"/>
            <a:ext cx="17187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Arial Rounded MT Bold" panose="020F0704030504030204" pitchFamily="34" charset="0"/>
              </a:rPr>
              <a:t>Resolution 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</a:t>
            </a:r>
            <a:r>
              <a:rPr lang="en-US" altLang="ko-KR" sz="1200" dirty="0">
                <a:latin typeface="Arial Rounded MT Bold" panose="020F0704030504030204" pitchFamily="34" charset="0"/>
              </a:rPr>
              <a:t>uments</a:t>
            </a:r>
            <a:endParaRPr lang="en-US" altLang="ko-KR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0A331EA5-EE42-40A8-B3B4-0655A6615672}"/>
              </a:ext>
            </a:extLst>
          </p:cNvPr>
          <p:cNvCxnSpPr>
            <a:cxnSpLocks/>
          </p:cNvCxnSpPr>
          <p:nvPr/>
        </p:nvCxnSpPr>
        <p:spPr>
          <a:xfrm rot="16200000" flipH="1">
            <a:off x="991866" y="3072468"/>
            <a:ext cx="2105261" cy="1486389"/>
          </a:xfrm>
          <a:prstGeom prst="bentConnector2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7ACF1BF-97DC-40BA-81B3-81CA18267057}"/>
              </a:ext>
            </a:extLst>
          </p:cNvPr>
          <p:cNvSpPr txBox="1"/>
          <p:nvPr/>
        </p:nvSpPr>
        <p:spPr>
          <a:xfrm>
            <a:off x="2681018" y="5143843"/>
            <a:ext cx="17187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Sparsity Search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73355A8C-A503-4AA9-8CD8-BA93103046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8630" y="4500301"/>
            <a:ext cx="651933" cy="651933"/>
          </a:xfrm>
          <a:prstGeom prst="rect">
            <a:avLst/>
          </a:prstGeom>
        </p:spPr>
      </p:pic>
      <p:sp>
        <p:nvSpPr>
          <p:cNvPr id="74" name="화살표: 아래쪽 73">
            <a:extLst>
              <a:ext uri="{FF2B5EF4-FFF2-40B4-BE49-F238E27FC236}">
                <a16:creationId xmlns:a16="http://schemas.microsoft.com/office/drawing/2014/main" id="{94183874-9EDF-4A99-BA36-433BDC9B4A63}"/>
              </a:ext>
            </a:extLst>
          </p:cNvPr>
          <p:cNvSpPr/>
          <p:nvPr/>
        </p:nvSpPr>
        <p:spPr>
          <a:xfrm rot="16200000">
            <a:off x="4308705" y="4642091"/>
            <a:ext cx="571496" cy="492558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D19F26A7-C99F-4068-BD89-01FDD7A46CFB}"/>
              </a:ext>
            </a:extLst>
          </p:cNvPr>
          <p:cNvGrpSpPr/>
          <p:nvPr/>
        </p:nvGrpSpPr>
        <p:grpSpPr>
          <a:xfrm>
            <a:off x="5059869" y="4460732"/>
            <a:ext cx="1306432" cy="571496"/>
            <a:chOff x="9616706" y="2695296"/>
            <a:chExt cx="1306432" cy="698898"/>
          </a:xfrm>
        </p:grpSpPr>
        <p:sp>
          <p:nvSpPr>
            <p:cNvPr id="76" name="순서도: 문서 75">
              <a:extLst>
                <a:ext uri="{FF2B5EF4-FFF2-40B4-BE49-F238E27FC236}">
                  <a16:creationId xmlns:a16="http://schemas.microsoft.com/office/drawing/2014/main" id="{B469A222-F4DB-47B0-A048-CF83223C9226}"/>
                </a:ext>
              </a:extLst>
            </p:cNvPr>
            <p:cNvSpPr/>
            <p:nvPr/>
          </p:nvSpPr>
          <p:spPr>
            <a:xfrm>
              <a:off x="9725274" y="2695296"/>
              <a:ext cx="1197864" cy="581762"/>
            </a:xfrm>
            <a:prstGeom prst="flowChartDocument">
              <a:avLst/>
            </a:prstGeom>
            <a:solidFill>
              <a:srgbClr val="C5E0B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7" name="순서도: 문서 76">
              <a:extLst>
                <a:ext uri="{FF2B5EF4-FFF2-40B4-BE49-F238E27FC236}">
                  <a16:creationId xmlns:a16="http://schemas.microsoft.com/office/drawing/2014/main" id="{D78AB67F-D9DD-4AE1-A19D-89702F1EABCD}"/>
                </a:ext>
              </a:extLst>
            </p:cNvPr>
            <p:cNvSpPr/>
            <p:nvPr/>
          </p:nvSpPr>
          <p:spPr>
            <a:xfrm>
              <a:off x="9670990" y="2752075"/>
              <a:ext cx="1197864" cy="581762"/>
            </a:xfrm>
            <a:prstGeom prst="flowChartDocument">
              <a:avLst/>
            </a:prstGeom>
            <a:solidFill>
              <a:srgbClr val="C5E0B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8" name="순서도: 문서 77">
              <a:extLst>
                <a:ext uri="{FF2B5EF4-FFF2-40B4-BE49-F238E27FC236}">
                  <a16:creationId xmlns:a16="http://schemas.microsoft.com/office/drawing/2014/main" id="{7CFC0BBC-14A2-4353-8396-CE9891B3E061}"/>
                </a:ext>
              </a:extLst>
            </p:cNvPr>
            <p:cNvSpPr/>
            <p:nvPr/>
          </p:nvSpPr>
          <p:spPr>
            <a:xfrm>
              <a:off x="9616706" y="2812432"/>
              <a:ext cx="1197864" cy="581762"/>
            </a:xfrm>
            <a:prstGeom prst="flowChartDocument">
              <a:avLst/>
            </a:prstGeom>
            <a:solidFill>
              <a:srgbClr val="C5E0B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법리상 핵심은 소비자를 오인하게 </a:t>
              </a:r>
              <a:r>
                <a:rPr lang="en-US" altLang="ko-KR" sz="10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· · ·</a:t>
              </a:r>
              <a:r>
                <a:rPr lang="ko-KR" altLang="en-US" sz="10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E123E89C-0069-4B31-A8B1-0D916E825A71}"/>
              </a:ext>
            </a:extLst>
          </p:cNvPr>
          <p:cNvSpPr txBox="1"/>
          <p:nvPr/>
        </p:nvSpPr>
        <p:spPr>
          <a:xfrm>
            <a:off x="4859747" y="5025544"/>
            <a:ext cx="17187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Arial Rounded MT Bold" panose="020F0704030504030204" pitchFamily="34" charset="0"/>
              </a:rPr>
              <a:t>User</a:t>
            </a:r>
            <a:r>
              <a:rPr lang="ko-KR" altLang="en-US" sz="1200" dirty="0">
                <a:latin typeface="Arial Rounded MT Bold" panose="020F0704030504030204" pitchFamily="34" charset="0"/>
              </a:rPr>
              <a:t> </a:t>
            </a:r>
            <a:r>
              <a:rPr lang="en-US" altLang="ko-KR" sz="1200" dirty="0">
                <a:latin typeface="Arial Rounded MT Bold" panose="020F0704030504030204" pitchFamily="34" charset="0"/>
              </a:rPr>
              <a:t>Scenario </a:t>
            </a:r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Doc</a:t>
            </a:r>
            <a:r>
              <a:rPr lang="en-US" altLang="ko-KR" sz="1200" dirty="0">
                <a:latin typeface="Arial Rounded MT Bold" panose="020F0704030504030204" pitchFamily="34" charset="0"/>
              </a:rPr>
              <a:t>uments</a:t>
            </a:r>
            <a:endParaRPr lang="en-US" altLang="ko-KR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A0A5B22-DF9C-4878-A697-C6CE45597D39}"/>
              </a:ext>
            </a:extLst>
          </p:cNvPr>
          <p:cNvCxnSpPr/>
          <p:nvPr/>
        </p:nvCxnSpPr>
        <p:spPr>
          <a:xfrm>
            <a:off x="3294394" y="2906600"/>
            <a:ext cx="544320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F692A106-5A4C-401E-B342-65E8B55B280B}"/>
              </a:ext>
            </a:extLst>
          </p:cNvPr>
          <p:cNvCxnSpPr/>
          <p:nvPr/>
        </p:nvCxnSpPr>
        <p:spPr>
          <a:xfrm>
            <a:off x="3294394" y="4269733"/>
            <a:ext cx="544320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18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94">
            <a:extLst>
              <a:ext uri="{FF2B5EF4-FFF2-40B4-BE49-F238E27FC236}">
                <a16:creationId xmlns:a16="http://schemas.microsoft.com/office/drawing/2014/main" id="{FFD2094F-7B42-40DD-B922-5F1A537A563B}"/>
              </a:ext>
            </a:extLst>
          </p:cNvPr>
          <p:cNvSpPr txBox="1"/>
          <p:nvPr/>
        </p:nvSpPr>
        <p:spPr>
          <a:xfrm>
            <a:off x="376428" y="368300"/>
            <a:ext cx="3624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highlight>
                  <a:srgbClr val="00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External Retrieval(Scenario)</a:t>
            </a:r>
          </a:p>
        </p:txBody>
      </p:sp>
      <p:sp>
        <p:nvSpPr>
          <p:cNvPr id="3" name="순서도: 문서 2">
            <a:extLst>
              <a:ext uri="{FF2B5EF4-FFF2-40B4-BE49-F238E27FC236}">
                <a16:creationId xmlns:a16="http://schemas.microsoft.com/office/drawing/2014/main" id="{31EC9D33-C6EA-4724-8FB2-776BE938FA2C}"/>
              </a:ext>
            </a:extLst>
          </p:cNvPr>
          <p:cNvSpPr/>
          <p:nvPr/>
        </p:nvSpPr>
        <p:spPr>
          <a:xfrm>
            <a:off x="1740760" y="2458681"/>
            <a:ext cx="1428807" cy="581762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플랫폼이 자사상품</a:t>
            </a:r>
            <a:r>
              <a:rPr lang="en-US" altLang="ko-KR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(PB)</a:t>
            </a:r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</a:t>
            </a:r>
            <a:r>
              <a:rPr lang="en-US" altLang="ko-KR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ko-KR" altLang="en-US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검색결과 상단에 </a:t>
            </a:r>
            <a:r>
              <a:rPr lang="en-US" altLang="ko-KR" sz="10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· ·</a:t>
            </a:r>
            <a:endParaRPr lang="ko-KR" altLang="en-US" sz="10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F133F0-4931-466D-AB3F-6F3D87418F29}"/>
              </a:ext>
            </a:extLst>
          </p:cNvPr>
          <p:cNvSpPr txBox="1"/>
          <p:nvPr/>
        </p:nvSpPr>
        <p:spPr>
          <a:xfrm>
            <a:off x="1595798" y="3040443"/>
            <a:ext cx="17187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Arial Rounded MT Bold" panose="020F0704030504030204" pitchFamily="34" charset="0"/>
              </a:rPr>
              <a:t>Re-written</a:t>
            </a:r>
            <a:r>
              <a:rPr lang="ko-KR" altLang="en-US" sz="1200" dirty="0">
                <a:latin typeface="Arial Rounded MT Bold" panose="020F0704030504030204" pitchFamily="34" charset="0"/>
              </a:rPr>
              <a:t> </a:t>
            </a:r>
            <a:r>
              <a:rPr lang="en-US" altLang="ko-KR" sz="1200" dirty="0">
                <a:latin typeface="Arial Rounded MT Bold" panose="020F0704030504030204" pitchFamily="34" charset="0"/>
              </a:rPr>
              <a:t>Query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6548FB8F-5474-4BB2-8BD1-CBD167094C07}"/>
              </a:ext>
            </a:extLst>
          </p:cNvPr>
          <p:cNvSpPr/>
          <p:nvPr/>
        </p:nvSpPr>
        <p:spPr>
          <a:xfrm rot="16200000">
            <a:off x="3404553" y="2440139"/>
            <a:ext cx="571496" cy="492558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29F02C0-995C-403B-938E-CF071C31CE9B}"/>
              </a:ext>
            </a:extLst>
          </p:cNvPr>
          <p:cNvGrpSpPr/>
          <p:nvPr/>
        </p:nvGrpSpPr>
        <p:grpSpPr>
          <a:xfrm>
            <a:off x="9158464" y="2336968"/>
            <a:ext cx="1306432" cy="698898"/>
            <a:chOff x="9616706" y="2695296"/>
            <a:chExt cx="1306432" cy="698898"/>
          </a:xfrm>
        </p:grpSpPr>
        <p:sp>
          <p:nvSpPr>
            <p:cNvPr id="25" name="순서도: 문서 24">
              <a:extLst>
                <a:ext uri="{FF2B5EF4-FFF2-40B4-BE49-F238E27FC236}">
                  <a16:creationId xmlns:a16="http://schemas.microsoft.com/office/drawing/2014/main" id="{CBF6A46A-132B-414A-AC61-E1C70D56F100}"/>
                </a:ext>
              </a:extLst>
            </p:cNvPr>
            <p:cNvSpPr/>
            <p:nvPr/>
          </p:nvSpPr>
          <p:spPr>
            <a:xfrm>
              <a:off x="9725274" y="2695296"/>
              <a:ext cx="1197864" cy="581762"/>
            </a:xfrm>
            <a:prstGeom prst="flowChartDocument">
              <a:avLst/>
            </a:prstGeom>
            <a:solidFill>
              <a:srgbClr val="C5E0B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6" name="순서도: 문서 25">
              <a:extLst>
                <a:ext uri="{FF2B5EF4-FFF2-40B4-BE49-F238E27FC236}">
                  <a16:creationId xmlns:a16="http://schemas.microsoft.com/office/drawing/2014/main" id="{266F7F7B-2A2E-4DC8-A6E9-3FFCD1CCF157}"/>
                </a:ext>
              </a:extLst>
            </p:cNvPr>
            <p:cNvSpPr/>
            <p:nvPr/>
          </p:nvSpPr>
          <p:spPr>
            <a:xfrm>
              <a:off x="9670990" y="2752075"/>
              <a:ext cx="1197864" cy="581762"/>
            </a:xfrm>
            <a:prstGeom prst="flowChartDocument">
              <a:avLst/>
            </a:prstGeom>
            <a:solidFill>
              <a:srgbClr val="C5E0B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7" name="순서도: 문서 26">
              <a:extLst>
                <a:ext uri="{FF2B5EF4-FFF2-40B4-BE49-F238E27FC236}">
                  <a16:creationId xmlns:a16="http://schemas.microsoft.com/office/drawing/2014/main" id="{84E63D24-6A76-4E0F-BA28-D83617963456}"/>
                </a:ext>
              </a:extLst>
            </p:cNvPr>
            <p:cNvSpPr/>
            <p:nvPr/>
          </p:nvSpPr>
          <p:spPr>
            <a:xfrm>
              <a:off x="9616706" y="2812432"/>
              <a:ext cx="1197864" cy="581762"/>
            </a:xfrm>
            <a:prstGeom prst="flowChartDocument">
              <a:avLst/>
            </a:prstGeom>
            <a:solidFill>
              <a:srgbClr val="C5E0B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판단</a:t>
              </a:r>
              <a:r>
                <a:rPr lang="en-US" altLang="ko-KR" sz="11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1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핵심</a:t>
              </a:r>
              <a:endParaRPr lang="en-US" altLang="ko-KR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r>
                <a:rPr lang="en-US" altLang="ko-KR" sz="11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- </a:t>
              </a:r>
              <a:r>
                <a:rPr lang="ko-KR" altLang="en-US" sz="11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검색순위는 </a:t>
              </a:r>
              <a:r>
                <a:rPr lang="en-US" altLang="ko-KR" sz="11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· · · </a:t>
              </a:r>
              <a:endParaRPr lang="ko-KR" altLang="en-US" sz="11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F8263B1-AAA4-4E60-8B8D-F875CC698C97}"/>
              </a:ext>
            </a:extLst>
          </p:cNvPr>
          <p:cNvSpPr txBox="1"/>
          <p:nvPr/>
        </p:nvSpPr>
        <p:spPr>
          <a:xfrm>
            <a:off x="8928232" y="3034915"/>
            <a:ext cx="17187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Arial Rounded MT Bold" panose="020F0704030504030204" pitchFamily="34" charset="0"/>
              </a:rPr>
              <a:t>External Evidence</a:t>
            </a:r>
            <a:endParaRPr lang="en-US" altLang="ko-KR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5FC3E43D-5E01-4D4B-913A-739398407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839" y="2387277"/>
            <a:ext cx="651933" cy="651933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6E62C3B6-A86A-4BD9-83E7-0EB87E77383E}"/>
              </a:ext>
            </a:extLst>
          </p:cNvPr>
          <p:cNvSpPr txBox="1"/>
          <p:nvPr/>
        </p:nvSpPr>
        <p:spPr>
          <a:xfrm>
            <a:off x="3776036" y="3034915"/>
            <a:ext cx="21315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Arial Rounded MT Bold" panose="020F0704030504030204" pitchFamily="34" charset="0"/>
              </a:rPr>
              <a:t>Model Context Protocol</a:t>
            </a:r>
            <a:endParaRPr lang="en-US" altLang="ko-KR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85" name="그림 84">
            <a:extLst>
              <a:ext uri="{FF2B5EF4-FFF2-40B4-BE49-F238E27FC236}">
                <a16:creationId xmlns:a16="http://schemas.microsoft.com/office/drawing/2014/main" id="{2C509A46-52F8-4FE4-BF8E-F4238EB476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507" y="2081914"/>
            <a:ext cx="369332" cy="369332"/>
          </a:xfrm>
          <a:prstGeom prst="rect">
            <a:avLst/>
          </a:prstGeom>
        </p:spPr>
      </p:pic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54CC8586-D268-4A4E-90DA-6D2DCE0FCE01}"/>
              </a:ext>
            </a:extLst>
          </p:cNvPr>
          <p:cNvSpPr/>
          <p:nvPr/>
        </p:nvSpPr>
        <p:spPr>
          <a:xfrm>
            <a:off x="6781315" y="2274238"/>
            <a:ext cx="1358537" cy="252862"/>
          </a:xfrm>
          <a:prstGeom prst="roundRect">
            <a:avLst/>
          </a:prstGeom>
          <a:solidFill>
            <a:srgbClr val="56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법령 정보</a:t>
            </a:r>
          </a:p>
        </p:txBody>
      </p:sp>
      <p:pic>
        <p:nvPicPr>
          <p:cNvPr id="87" name="그림 86">
            <a:extLst>
              <a:ext uri="{FF2B5EF4-FFF2-40B4-BE49-F238E27FC236}">
                <a16:creationId xmlns:a16="http://schemas.microsoft.com/office/drawing/2014/main" id="{7E547AFF-53FE-4700-A295-3FCB1BB8B4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080" y="2270274"/>
            <a:ext cx="273881" cy="273881"/>
          </a:xfrm>
          <a:prstGeom prst="rect">
            <a:avLst/>
          </a:prstGeom>
        </p:spPr>
      </p:pic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DDFEB81B-73E1-4674-9935-DB02C7086EDC}"/>
              </a:ext>
            </a:extLst>
          </p:cNvPr>
          <p:cNvSpPr/>
          <p:nvPr/>
        </p:nvSpPr>
        <p:spPr>
          <a:xfrm>
            <a:off x="6781315" y="2713823"/>
            <a:ext cx="1358537" cy="252862"/>
          </a:xfrm>
          <a:prstGeom prst="roundRect">
            <a:avLst/>
          </a:prstGeom>
          <a:solidFill>
            <a:srgbClr val="56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판례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</a:t>
            </a:r>
          </a:p>
        </p:txBody>
      </p:sp>
      <p:pic>
        <p:nvPicPr>
          <p:cNvPr id="93" name="그림 92">
            <a:extLst>
              <a:ext uri="{FF2B5EF4-FFF2-40B4-BE49-F238E27FC236}">
                <a16:creationId xmlns:a16="http://schemas.microsoft.com/office/drawing/2014/main" id="{12501D6D-C5A8-44FD-80A6-790BBF2353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080" y="2709859"/>
            <a:ext cx="273881" cy="273881"/>
          </a:xfrm>
          <a:prstGeom prst="rect">
            <a:avLst/>
          </a:prstGeom>
        </p:spPr>
      </p:pic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2811F660-0F04-415D-9D05-125C4CA56573}"/>
              </a:ext>
            </a:extLst>
          </p:cNvPr>
          <p:cNvSpPr/>
          <p:nvPr/>
        </p:nvSpPr>
        <p:spPr>
          <a:xfrm>
            <a:off x="6781315" y="3159083"/>
            <a:ext cx="1358537" cy="252862"/>
          </a:xfrm>
          <a:prstGeom prst="roundRect">
            <a:avLst/>
          </a:prstGeom>
          <a:solidFill>
            <a:srgbClr val="56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latin typeface="나눔고딕" panose="020D0604000000000000" pitchFamily="50" charset="-127"/>
                <a:ea typeface="나눔고딕" panose="020D0604000000000000" pitchFamily="50" charset="-127"/>
              </a:rPr>
              <a:t>공정위 결정문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</a:t>
            </a:r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6BA70EB8-694B-43AA-84E0-017463D6C7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080" y="3155119"/>
            <a:ext cx="273881" cy="273881"/>
          </a:xfrm>
          <a:prstGeom prst="rect">
            <a:avLst/>
          </a:prstGeom>
        </p:spPr>
      </p:pic>
      <p:sp>
        <p:nvSpPr>
          <p:cNvPr id="97" name="화살표: 아래쪽 96">
            <a:extLst>
              <a:ext uri="{FF2B5EF4-FFF2-40B4-BE49-F238E27FC236}">
                <a16:creationId xmlns:a16="http://schemas.microsoft.com/office/drawing/2014/main" id="{7D740A36-C8BB-4374-88F7-0798FB057462}"/>
              </a:ext>
            </a:extLst>
          </p:cNvPr>
          <p:cNvSpPr/>
          <p:nvPr/>
        </p:nvSpPr>
        <p:spPr>
          <a:xfrm rot="16200000">
            <a:off x="5707562" y="2440139"/>
            <a:ext cx="571496" cy="492558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화살표: 아래쪽 97">
            <a:extLst>
              <a:ext uri="{FF2B5EF4-FFF2-40B4-BE49-F238E27FC236}">
                <a16:creationId xmlns:a16="http://schemas.microsoft.com/office/drawing/2014/main" id="{79EBFE26-EFB9-41B1-A413-80D3AE5E5F3B}"/>
              </a:ext>
            </a:extLst>
          </p:cNvPr>
          <p:cNvSpPr/>
          <p:nvPr/>
        </p:nvSpPr>
        <p:spPr>
          <a:xfrm rot="16200000">
            <a:off x="8360154" y="2440139"/>
            <a:ext cx="571496" cy="492558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474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94">
            <a:extLst>
              <a:ext uri="{FF2B5EF4-FFF2-40B4-BE49-F238E27FC236}">
                <a16:creationId xmlns:a16="http://schemas.microsoft.com/office/drawing/2014/main" id="{FFD2094F-7B42-40DD-B922-5F1A537A563B}"/>
              </a:ext>
            </a:extLst>
          </p:cNvPr>
          <p:cNvSpPr txBox="1"/>
          <p:nvPr/>
        </p:nvSpPr>
        <p:spPr>
          <a:xfrm>
            <a:off x="376428" y="368300"/>
            <a:ext cx="3624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highlight>
                  <a:srgbClr val="00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External Retrieval(Scenario)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F57B3FB-3C50-4C5C-8F08-BFDFA813E1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4434" y="2028801"/>
            <a:ext cx="4315664" cy="23561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6F551A3-CE8C-4EC4-A9F2-EB0188B028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135" y="2028801"/>
            <a:ext cx="4427878" cy="23561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8D689FA-4927-439B-AFFB-0DBD7967C05B}"/>
              </a:ext>
            </a:extLst>
          </p:cNvPr>
          <p:cNvSpPr/>
          <p:nvPr/>
        </p:nvSpPr>
        <p:spPr>
          <a:xfrm>
            <a:off x="4850358" y="3985544"/>
            <a:ext cx="965200" cy="3909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화살표: 아래쪽 28">
            <a:extLst>
              <a:ext uri="{FF2B5EF4-FFF2-40B4-BE49-F238E27FC236}">
                <a16:creationId xmlns:a16="http://schemas.microsoft.com/office/drawing/2014/main" id="{FC2AAFBF-44D0-4386-AD6C-B45F37F21582}"/>
              </a:ext>
            </a:extLst>
          </p:cNvPr>
          <p:cNvSpPr/>
          <p:nvPr/>
        </p:nvSpPr>
        <p:spPr>
          <a:xfrm rot="16200000">
            <a:off x="6008241" y="2960581"/>
            <a:ext cx="571496" cy="492558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867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12413</TotalTime>
  <Words>734</Words>
  <Application>Microsoft Office PowerPoint</Application>
  <PresentationFormat>와이드스크린</PresentationFormat>
  <Paragraphs>308</Paragraphs>
  <Slides>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Pretendard</vt:lpstr>
      <vt:lpstr>나눔고딕</vt:lpstr>
      <vt:lpstr>맑은 고딕</vt:lpstr>
      <vt:lpstr>Arial</vt:lpstr>
      <vt:lpstr>Arial Rounded MT 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승건 이</dc:creator>
  <cp:lastModifiedBy>이승건(대학원생-비즈니스IT전공)</cp:lastModifiedBy>
  <cp:revision>102</cp:revision>
  <dcterms:created xsi:type="dcterms:W3CDTF">2025-04-16T05:57:00Z</dcterms:created>
  <dcterms:modified xsi:type="dcterms:W3CDTF">2026-04-28T08:10:50Z</dcterms:modified>
</cp:coreProperties>
</file>